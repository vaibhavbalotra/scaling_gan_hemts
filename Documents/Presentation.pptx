
<file path=[Content_Types].xml><?xml version="1.0" encoding="utf-8"?>
<Types xmlns="http://schemas.openxmlformats.org/package/2006/content-types">
  <Default Extension="heic" ContentType="image/heic"/>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7"/>
  </p:notesMasterIdLst>
  <p:handoutMasterIdLst>
    <p:handoutMasterId r:id="rId28"/>
  </p:handoutMasterIdLst>
  <p:sldIdLst>
    <p:sldId id="259" r:id="rId2"/>
    <p:sldId id="260" r:id="rId3"/>
    <p:sldId id="310" r:id="rId4"/>
    <p:sldId id="309" r:id="rId5"/>
    <p:sldId id="311" r:id="rId6"/>
    <p:sldId id="262" r:id="rId7"/>
    <p:sldId id="312" r:id="rId8"/>
    <p:sldId id="267" r:id="rId9"/>
    <p:sldId id="278" r:id="rId10"/>
    <p:sldId id="286" r:id="rId11"/>
    <p:sldId id="304" r:id="rId12"/>
    <p:sldId id="283" r:id="rId13"/>
    <p:sldId id="295" r:id="rId14"/>
    <p:sldId id="313" r:id="rId15"/>
    <p:sldId id="277" r:id="rId16"/>
    <p:sldId id="290" r:id="rId17"/>
    <p:sldId id="314" r:id="rId18"/>
    <p:sldId id="297" r:id="rId19"/>
    <p:sldId id="315" r:id="rId20"/>
    <p:sldId id="281" r:id="rId21"/>
    <p:sldId id="316" r:id="rId22"/>
    <p:sldId id="317" r:id="rId23"/>
    <p:sldId id="319" r:id="rId24"/>
    <p:sldId id="320" r:id="rId25"/>
    <p:sldId id="321" r:id="rId26"/>
  </p:sldIdLst>
  <p:sldSz cx="9144000" cy="5143500" type="screen16x9"/>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3" pos="294" userDrawn="1">
          <p15:clr>
            <a:srgbClr val="A4A3A4"/>
          </p15:clr>
        </p15:guide>
        <p15:guide id="4"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033" autoAdjust="0"/>
  </p:normalViewPr>
  <p:slideViewPr>
    <p:cSldViewPr snapToGrid="0">
      <p:cViewPr varScale="1">
        <p:scale>
          <a:sx n="104" d="100"/>
          <a:sy n="104" d="100"/>
        </p:scale>
        <p:origin x="787" y="72"/>
      </p:cViewPr>
      <p:guideLst>
        <p:guide pos="294"/>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1" d="100"/>
          <a:sy n="81" d="100"/>
        </p:scale>
        <p:origin x="333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313" y="243069"/>
            <a:ext cx="5903912" cy="458788"/>
          </a:xfrm>
          <a:prstGeom prst="rect">
            <a:avLst/>
          </a:prstGeom>
        </p:spPr>
        <p:txBody>
          <a:bodyPr vert="horz" lIns="0" tIns="0" rIns="0" bIns="0" rtlCol="0"/>
          <a:lstStyle>
            <a:lvl1pPr algn="l">
              <a:defRPr sz="1200"/>
            </a:lvl1pPr>
          </a:lstStyle>
          <a:p>
            <a:r>
              <a:rPr lang="en-US" b="1"/>
              <a:t>Titel der Präsentation</a:t>
            </a:r>
          </a:p>
        </p:txBody>
      </p:sp>
      <p:sp>
        <p:nvSpPr>
          <p:cNvPr id="3" name="Datumsplatzhalter 2"/>
          <p:cNvSpPr>
            <a:spLocks noGrp="1"/>
          </p:cNvSpPr>
          <p:nvPr>
            <p:ph type="dt" sz="quarter" idx="1"/>
          </p:nvPr>
        </p:nvSpPr>
        <p:spPr>
          <a:xfrm>
            <a:off x="5483506" y="8777812"/>
            <a:ext cx="648000" cy="144000"/>
          </a:xfrm>
          <a:prstGeom prst="rect">
            <a:avLst/>
          </a:prstGeom>
        </p:spPr>
        <p:txBody>
          <a:bodyPr vert="horz" lIns="0" tIns="0" rIns="0" bIns="0" rtlCol="0" anchor="t"/>
          <a:lstStyle>
            <a:lvl1pPr algn="r">
              <a:defRPr sz="1200"/>
            </a:lvl1pPr>
          </a:lstStyle>
          <a:p>
            <a:pPr algn="l"/>
            <a:fld id="{C89A12D9-BA04-4B2A-8F9B-AED0E3E014C7}" type="datetime1">
              <a:rPr lang="de-DE" sz="800" smtClean="0"/>
              <a:t>27.09.2026</a:t>
            </a:fld>
            <a:endParaRPr lang="en-US" sz="800"/>
          </a:p>
        </p:txBody>
      </p:sp>
      <p:sp>
        <p:nvSpPr>
          <p:cNvPr id="4" name="Fußzeilenplatzhalter 3"/>
          <p:cNvSpPr>
            <a:spLocks noGrp="1"/>
          </p:cNvSpPr>
          <p:nvPr>
            <p:ph type="ftr" sz="quarter" idx="2"/>
          </p:nvPr>
        </p:nvSpPr>
        <p:spPr>
          <a:xfrm>
            <a:off x="468313" y="8777813"/>
            <a:ext cx="4500000" cy="144000"/>
          </a:xfrm>
          <a:prstGeom prst="rect">
            <a:avLst/>
          </a:prstGeom>
        </p:spPr>
        <p:txBody>
          <a:bodyPr vert="horz" lIns="0" tIns="0" rIns="0" bIns="0" rtlCol="0" anchor="t"/>
          <a:lstStyle>
            <a:lvl1pPr algn="l">
              <a:defRPr sz="1200"/>
            </a:lvl1pPr>
          </a:lstStyle>
          <a:p>
            <a:r>
              <a:rPr lang="en-US" sz="800"/>
              <a:t>Universität Stuttgart</a:t>
            </a:r>
          </a:p>
        </p:txBody>
      </p:sp>
      <p:sp>
        <p:nvSpPr>
          <p:cNvPr id="5" name="Foliennummernplatzhalter 4"/>
          <p:cNvSpPr>
            <a:spLocks noGrp="1"/>
          </p:cNvSpPr>
          <p:nvPr>
            <p:ph type="sldNum" sz="quarter" idx="3"/>
          </p:nvPr>
        </p:nvSpPr>
        <p:spPr>
          <a:xfrm>
            <a:off x="6270195" y="8777813"/>
            <a:ext cx="360000" cy="144000"/>
          </a:xfrm>
          <a:prstGeom prst="rect">
            <a:avLst/>
          </a:prstGeom>
        </p:spPr>
        <p:txBody>
          <a:bodyPr vert="horz" lIns="0" tIns="0" rIns="0" bIns="0" rtlCol="0" anchor="t"/>
          <a:lstStyle>
            <a:lvl1pPr algn="r">
              <a:defRPr sz="1200"/>
            </a:lvl1pPr>
          </a:lstStyle>
          <a:p>
            <a:pPr algn="l"/>
            <a:fld id="{EE9A79A6-2547-4C8F-B0ED-316280A1A122}" type="slidenum">
              <a:rPr lang="en-US" sz="800" smtClean="0"/>
              <a:pPr algn="l"/>
              <a:t>‹#›</a:t>
            </a:fld>
            <a:endParaRPr lang="en-US" sz="800"/>
          </a:p>
        </p:txBody>
      </p:sp>
    </p:spTree>
    <p:extLst>
      <p:ext uri="{BB962C8B-B14F-4D97-AF65-F5344CB8AC3E}">
        <p14:creationId xmlns:p14="http://schemas.microsoft.com/office/powerpoint/2010/main" val="2561533372"/>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6.6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9.93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0.4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4.8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5.9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6.5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00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40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81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4.34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5.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6.6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9.93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0.4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4.8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5.9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6.5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00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40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81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4.34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5.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59:01.850"/>
    </inkml:context>
    <inkml:brush xml:id="br0">
      <inkml:brushProperty name="width" value="0.35" units="cm"/>
      <inkml:brushProperty name="height" value="0.35" units="cm"/>
      <inkml:brushProperty name="color" value="#FFFFFF"/>
    </inkml:brush>
  </inkml:definitions>
  <inkml:trace contextRef="#ctx0" brushRef="#br0">0 80 24575,'2'21'0,"1"0"0,1 0 0,0-1 0,2 1 0,11 29 0,-6-19 0,-4-11 0,0 3 0,0 0 0,2-1 0,23 40 0,-30-57 0,1-1 0,0 0 0,0 1 0,0-1 0,0-1 0,1 1 0,0 0 0,-1-1 0,1 0 0,1 0 0,-1 0 0,0 0 0,1-1 0,-1 0 0,1 1 0,0-2 0,0 1 0,0-1 0,0 1 0,0-1 0,0-1 0,0 1 0,0-1 0,7 0 0,-8 0 0,-1-1 0,0 1 0,0-1 0,1 0 0,-1 0 0,0-1 0,0 1 0,0 0 0,0-1 0,-1 0 0,1 0 0,0 0 0,-1 0 0,5-4 0,0-2 0,0-1 0,0 0 0,5-11 0,-6 11 0,0 0 0,0 0 0,13-13 0,2 4 0,1 1 0,37-22 0,15-10 0,-28 8 0,-27 22 0,33-23 0,-46 38 0,0 0 0,0 1 0,0-1 0,1 1 0,-1 1 0,1-1 0,0 1 0,-1 0 0,1 1 0,11-2 0,-5 3 0,1 0 0,-1 1 0,1 0 0,-1 1 0,0 1 0,0 0 0,21 9 0,5 4 0,41 25 0,-58-28 0,1-1 0,0 0 0,1-2 0,1-1 0,-1-1 0,30 5 0,-30-9 0,-9-1 0,0-1 0,0-1 0,0 0 0,25-2 0,-36 1 0,0-1 0,0 0 0,-1 0 0,1 0 0,0 0 0,0-1 0,-1 1 0,1-1 0,-1 0 0,1 0 0,-1-1 0,0 1 0,0-1 0,0 1 0,0-1 0,0 0 0,-1 0 0,1 0 0,-1 0 0,0-1 0,0 1 0,2-5 0,3-5 0,-2-1 0,0 1 0,0-1 0,2-16 0,-6 27 0,-1 1 0,1-1 0,-1 0 0,1 0 0,-1 0 0,0 0 0,0 0 0,0 0 0,-1 0 0,1 0 0,-1 0 0,0 0 0,1 0 0,-1 0 0,-1 1 0,1-1 0,0 0 0,-1 1 0,1-1 0,-1 1 0,0-1 0,1 1 0,-1 0 0,-1 0 0,1 0 0,-4-3 0,-6-1 0,0 1 0,-1 1 0,1 0 0,-1 1 0,0 0 0,0 1 0,0 0 0,-14 1 0,-5-2 0,-635-19-446,561 22-473,5 1-5907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6.6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9.93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0.4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4.8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5.9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6.5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00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40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81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4.34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5.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3.348"/>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3.912"/>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4.31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7.871"/>
    </inkml:context>
    <inkml:brush xml:id="br0">
      <inkml:brushProperty name="width" value="0.35" units="cm"/>
      <inkml:brushProperty name="height" value="0.35" units="cm"/>
      <inkml:brushProperty name="color" value="#FFFFFF"/>
    </inkml:brush>
  </inkml:definitions>
  <inkml:trace contextRef="#ctx0" brushRef="#br0">1 925 24575,'860'0'0,"-842"1"0,1 1 0,-1 0 0,0 2 0,29 8 0,-17-4 0,-7-3 0,0-1 0,0-2 0,0 0 0,1-2 0,35-3 0,-58 3 0,1 0 0,-1 0 0,0 0 0,1 0 0,-1 0 0,0 0 0,1 0 0,-1-1 0,0 1 0,1-1 0,-1 1 0,0-1 0,0 1 0,0-1 0,0 0 0,1 1 0,-1-1 0,0 0 0,0 0 0,0 0 0,0 0 0,-1 0 0,1 0 0,0 0 0,0 0 0,-1 0 0,1-1 0,0 1 0,-1 0 0,1 0 0,-1-1 0,0 1 0,1 0 0,-1 0 0,0-1 0,0 1 0,0 0 0,0-1 0,0 1 0,0-3 0,-2-4 0,0-1 0,-1 1 0,1 0 0,-2 0 0,-5-11 0,0 1 0,-3-13 0,2 0 0,0 0 0,2 0 0,-7-63 0,13 74 0,2 0 0,0 0 0,1-1 0,1 1 0,0 0 0,2 0 0,0 0 0,2 1 0,8-21 0,60-161 342,-65 169-684,-1-1 1,-2 0 0,-1 0-1,1-46 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6.6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29.93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0.4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4.8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5.9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6.5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00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40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49:37.81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4.34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0:50:15.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3.348"/>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3.912"/>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4.31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1:01:07.871"/>
    </inkml:context>
    <inkml:brush xml:id="br0">
      <inkml:brushProperty name="width" value="0.35" units="cm"/>
      <inkml:brushProperty name="height" value="0.35" units="cm"/>
      <inkml:brushProperty name="color" value="#FFFFFF"/>
    </inkml:brush>
  </inkml:definitions>
  <inkml:trace contextRef="#ctx0" brushRef="#br0">1 925 24575,'860'0'0,"-842"1"0,1 1 0,-1 0 0,0 2 0,29 8 0,-17-4 0,-7-3 0,0-1 0,0-2 0,0 0 0,1-2 0,35-3 0,-58 3 0,1 0 0,-1 0 0,0 0 0,1 0 0,-1 0 0,0 0 0,1 0 0,-1-1 0,0 1 0,1-1 0,-1 1 0,0-1 0,0 1 0,0-1 0,0 0 0,1 1 0,-1-1 0,0 0 0,0 0 0,0 0 0,0 0 0,-1 0 0,1 0 0,0 0 0,0 0 0,-1 0 0,1-1 0,0 1 0,-1 0 0,1 0 0,-1-1 0,0 1 0,1 0 0,-1 0 0,0-1 0,0 1 0,0 0 0,0-1 0,0 1 0,0-3 0,-2-4 0,0-1 0,-1 1 0,1 0 0,-2 0 0,-5-11 0,0 1 0,-3-13 0,2 0 0,0 0 0,2 0 0,-7-63 0,13 74 0,2 0 0,0 0 0,1-1 0,1 1 0,0 0 0,2 0 0,0 0 0,2 1 0,8-21 0,60-161 342,-65 169-684,-1-1 1,-2 0 0,-1 0-1,1-46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47680" y="256832"/>
            <a:ext cx="6113274" cy="475050"/>
          </a:xfrm>
          <a:prstGeom prst="rect">
            <a:avLst/>
          </a:prstGeom>
        </p:spPr>
        <p:txBody>
          <a:bodyPr vert="horz" lIns="0" tIns="0" rIns="0" bIns="0" rtlCol="0"/>
          <a:lstStyle>
            <a:lvl1pPr algn="l">
              <a:defRPr sz="1200" b="1"/>
            </a:lvl1pPr>
          </a:lstStyle>
          <a:p>
            <a:r>
              <a:rPr lang="en-US"/>
              <a:t>Titel der Präsentation</a:t>
            </a:r>
          </a:p>
        </p:txBody>
      </p:sp>
      <p:sp>
        <p:nvSpPr>
          <p:cNvPr id="3" name="Datumsplatzhalter 2"/>
          <p:cNvSpPr>
            <a:spLocks noGrp="1"/>
          </p:cNvSpPr>
          <p:nvPr>
            <p:ph type="dt" idx="1"/>
          </p:nvPr>
        </p:nvSpPr>
        <p:spPr>
          <a:xfrm>
            <a:off x="5295600" y="8776800"/>
            <a:ext cx="648000" cy="144000"/>
          </a:xfrm>
          <a:prstGeom prst="rect">
            <a:avLst/>
          </a:prstGeom>
        </p:spPr>
        <p:txBody>
          <a:bodyPr vert="horz" lIns="0" tIns="0" rIns="0" bIns="0" rtlCol="0" anchor="t"/>
          <a:lstStyle>
            <a:lvl1pPr algn="l">
              <a:defRPr sz="800"/>
            </a:lvl1pPr>
          </a:lstStyle>
          <a:p>
            <a:fld id="{61A48294-E063-402C-93FE-6B658FD76B4A}" type="datetime1">
              <a:rPr lang="de-DE" smtClean="0"/>
              <a:t>27.09.2026</a:t>
            </a:fld>
            <a:endParaRPr lang="en-US"/>
          </a:p>
        </p:txBody>
      </p:sp>
      <p:sp>
        <p:nvSpPr>
          <p:cNvPr id="4" name="Folienbildplatzhalter 3"/>
          <p:cNvSpPr>
            <a:spLocks noGrp="1" noRot="1" noChangeAspect="1"/>
          </p:cNvSpPr>
          <p:nvPr>
            <p:ph type="sldImg" idx="2"/>
          </p:nvPr>
        </p:nvSpPr>
        <p:spPr>
          <a:xfrm>
            <a:off x="6350" y="1020763"/>
            <a:ext cx="6792913" cy="3821112"/>
          </a:xfrm>
          <a:prstGeom prst="rect">
            <a:avLst/>
          </a:prstGeom>
          <a:noFill/>
          <a:ln w="6350">
            <a:solidFill>
              <a:schemeClr val="tx1"/>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347992" y="5016760"/>
            <a:ext cx="6112961" cy="3645977"/>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323850" y="8776800"/>
            <a:ext cx="4644150" cy="144000"/>
          </a:xfrm>
          <a:prstGeom prst="rect">
            <a:avLst/>
          </a:prstGeom>
        </p:spPr>
        <p:txBody>
          <a:bodyPr vert="horz" lIns="0" tIns="0" rIns="0" bIns="0" rtlCol="0" anchor="t"/>
          <a:lstStyle>
            <a:lvl1pPr algn="l">
              <a:defRPr sz="800"/>
            </a:lvl1pPr>
          </a:lstStyle>
          <a:p>
            <a:r>
              <a:rPr lang="en-US"/>
              <a:t>Universität Stuttgart</a:t>
            </a:r>
            <a:endParaRPr lang="en-US" dirty="0"/>
          </a:p>
        </p:txBody>
      </p:sp>
      <p:sp>
        <p:nvSpPr>
          <p:cNvPr id="7" name="Foliennummernplatzhalter 6"/>
          <p:cNvSpPr>
            <a:spLocks noGrp="1"/>
          </p:cNvSpPr>
          <p:nvPr>
            <p:ph type="sldNum" sz="quarter" idx="5"/>
          </p:nvPr>
        </p:nvSpPr>
        <p:spPr>
          <a:xfrm>
            <a:off x="6120175" y="8776800"/>
            <a:ext cx="360000" cy="144000"/>
          </a:xfrm>
          <a:prstGeom prst="rect">
            <a:avLst/>
          </a:prstGeom>
        </p:spPr>
        <p:txBody>
          <a:bodyPr vert="horz" lIns="0" tIns="0" rIns="0" bIns="0" rtlCol="0" anchor="t"/>
          <a:lstStyle>
            <a:lvl1pPr algn="r">
              <a:defRPr sz="800"/>
            </a:lvl1pPr>
          </a:lstStyle>
          <a:p>
            <a:fld id="{05DD1DF0-DD4E-4B0C-B0FD-D16D9D2A9750}" type="slidenum">
              <a:rPr lang="en-US" smtClean="0"/>
              <a:pPr/>
              <a:t>‹#›</a:t>
            </a:fld>
            <a:endParaRPr lang="en-US" dirty="0"/>
          </a:p>
        </p:txBody>
      </p:sp>
    </p:spTree>
    <p:extLst>
      <p:ext uri="{BB962C8B-B14F-4D97-AF65-F5344CB8AC3E}">
        <p14:creationId xmlns:p14="http://schemas.microsoft.com/office/powerpoint/2010/main" val="3888985705"/>
      </p:ext>
    </p:extLst>
  </p:cSld>
  <p:clrMap bg1="lt1" tx1="dk1" bg2="lt2" tx2="dk2" accent1="accent1" accent2="accent2" accent3="accent3" accent4="accent4" accent5="accent5" accent6="accent6" hlink="hlink" folHlink="folHlink"/>
  <p:hf/>
  <p:notesStyle>
    <a:lvl1pPr marL="180975" indent="-180975" algn="l" defTabSz="713232" rtl="0" eaLnBrk="1" latinLnBrk="0" hangingPunct="1">
      <a:lnSpc>
        <a:spcPct val="120000"/>
      </a:lnSpc>
      <a:buClr>
        <a:schemeClr val="accent1"/>
      </a:buClr>
      <a:buFont typeface="Arial" panose="020B0604020202020204" pitchFamily="34" charset="0"/>
      <a:buChar char="•"/>
      <a:defRPr sz="1000" kern="1200">
        <a:solidFill>
          <a:schemeClr val="tx1"/>
        </a:solidFill>
        <a:latin typeface="+mn-lt"/>
        <a:ea typeface="+mn-ea"/>
        <a:cs typeface="+mn-cs"/>
      </a:defRPr>
    </a:lvl1pPr>
    <a:lvl2pPr marL="358775"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2pPr>
    <a:lvl3pPr marL="538163" indent="-179388"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3pPr>
    <a:lvl4pPr marL="719138" indent="-180975"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4pPr>
    <a:lvl5pPr marL="896938"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04" userDrawn="1">
          <p15:clr>
            <a:srgbClr val="F26B43"/>
          </p15:clr>
        </p15:guide>
        <p15:guide id="3" pos="4082"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1 Institute Sublogo unten">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ECE681DF-43B0-4056-92E7-4A19F4E761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6800" y="268958"/>
            <a:ext cx="2136071" cy="431998"/>
          </a:xfrm>
          <a:prstGeom prst="rect">
            <a:avLst/>
          </a:prstGeom>
        </p:spPr>
      </p:pic>
      <p:sp>
        <p:nvSpPr>
          <p:cNvPr id="28" name="Textplatzhalter 9">
            <a:extLst>
              <a:ext uri="{FF2B5EF4-FFF2-40B4-BE49-F238E27FC236}">
                <a16:creationId xmlns:a16="http://schemas.microsoft.com/office/drawing/2014/main" id="{F2727769-9A35-4722-8FB2-4C78D296549D}"/>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9" name="Bildplatzhalter 8"/>
          <p:cNvSpPr>
            <a:spLocks noGrp="1"/>
          </p:cNvSpPr>
          <p:nvPr>
            <p:ph type="pic" sz="quarter" idx="10"/>
          </p:nvPr>
        </p:nvSpPr>
        <p:spPr>
          <a:xfrm>
            <a:off x="0" y="1266841"/>
            <a:ext cx="9144000" cy="3304800"/>
          </a:xfrm>
          <a:solidFill>
            <a:schemeClr val="bg1">
              <a:lumMod val="85000"/>
            </a:schemeClr>
          </a:solidFill>
        </p:spPr>
        <p:txBody>
          <a:bodyPr lIns="72000"/>
          <a:lstStyle>
            <a:lvl1pPr marL="0" indent="0">
              <a:buNone/>
              <a:defRPr/>
            </a:lvl1pPr>
          </a:lstStyle>
          <a:p>
            <a:r>
              <a:rPr lang="en-US" dirty="0"/>
              <a:t>Click icon to add picture</a:t>
            </a:r>
          </a:p>
        </p:txBody>
      </p:sp>
      <p:sp>
        <p:nvSpPr>
          <p:cNvPr id="10" name="Titel 14">
            <a:extLst>
              <a:ext uri="{FF2B5EF4-FFF2-40B4-BE49-F238E27FC236}">
                <a16:creationId xmlns:a16="http://schemas.microsoft.com/office/drawing/2014/main" id="{34A0F9E8-2FA1-40F5-9BAC-817EE5B5F4E7}"/>
              </a:ext>
            </a:extLst>
          </p:cNvPr>
          <p:cNvSpPr>
            <a:spLocks noGrp="1" noChangeAspect="1"/>
          </p:cNvSpPr>
          <p:nvPr>
            <p:ph type="ctrTitle"/>
          </p:nvPr>
        </p:nvSpPr>
        <p:spPr>
          <a:xfrm>
            <a:off x="4451194" y="21294"/>
            <a:ext cx="4692806" cy="4550347"/>
          </a:xfrm>
          <a:custGeom>
            <a:avLst/>
            <a:gdLst>
              <a:gd name="connsiteX0" fmla="*/ 3208825 w 5540464"/>
              <a:gd name="connsiteY0" fmla="*/ 0 h 5372273"/>
              <a:gd name="connsiteX1" fmla="*/ 5477807 w 5540464"/>
              <a:gd name="connsiteY1" fmla="*/ 939843 h 5372273"/>
              <a:gd name="connsiteX2" fmla="*/ 5540464 w 5540464"/>
              <a:gd name="connsiteY2" fmla="*/ 1008784 h 5372273"/>
              <a:gd name="connsiteX3" fmla="*/ 5540464 w 5540464"/>
              <a:gd name="connsiteY3" fmla="*/ 5372273 h 5372273"/>
              <a:gd name="connsiteX4" fmla="*/ 843928 w 5540464"/>
              <a:gd name="connsiteY4" fmla="*/ 5372273 h 5372273"/>
              <a:gd name="connsiteX5" fmla="*/ 732740 w 5540464"/>
              <a:gd name="connsiteY5" fmla="*/ 5249936 h 5372273"/>
              <a:gd name="connsiteX6" fmla="*/ 0 w 5540464"/>
              <a:gd name="connsiteY6" fmla="*/ 3208825 h 5372273"/>
              <a:gd name="connsiteX7" fmla="*/ 3208825 w 5540464"/>
              <a:gd name="connsiteY7" fmla="*/ 0 h 537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0464" h="5372273">
                <a:moveTo>
                  <a:pt x="3208825" y="0"/>
                </a:moveTo>
                <a:cubicBezTo>
                  <a:pt x="4094918" y="0"/>
                  <a:pt x="4897124" y="359160"/>
                  <a:pt x="5477807" y="939843"/>
                </a:cubicBezTo>
                <a:lnTo>
                  <a:pt x="5540464" y="1008784"/>
                </a:lnTo>
                <a:lnTo>
                  <a:pt x="5540464" y="5372273"/>
                </a:lnTo>
                <a:lnTo>
                  <a:pt x="843928" y="5372273"/>
                </a:lnTo>
                <a:lnTo>
                  <a:pt x="732740" y="5249936"/>
                </a:lnTo>
                <a:cubicBezTo>
                  <a:pt x="274982" y="4695262"/>
                  <a:pt x="0" y="3984156"/>
                  <a:pt x="0" y="3208825"/>
                </a:cubicBezTo>
                <a:cubicBezTo>
                  <a:pt x="0" y="1436640"/>
                  <a:pt x="1436640" y="0"/>
                  <a:pt x="3208825" y="0"/>
                </a:cubicBezTo>
                <a:close/>
              </a:path>
            </a:pathLst>
          </a:custGeom>
          <a:solidFill>
            <a:schemeClr val="accent1"/>
          </a:solidFill>
        </p:spPr>
        <p:txBody>
          <a:bodyPr wrap="square" lIns="1008000" tIns="0" rIns="0" bIns="1044000" anchor="ctr" anchorCtr="0">
            <a:noAutofit/>
          </a:bodyPr>
          <a:lstStyle>
            <a:lvl1pPr marL="0" indent="0" algn="l">
              <a:lnSpc>
                <a:spcPct val="90000"/>
              </a:lnSpc>
              <a:defRPr sz="800" b="1" baseline="0">
                <a:solidFill>
                  <a:schemeClr val="accent1"/>
                </a:solidFill>
              </a:defRPr>
            </a:lvl1pPr>
          </a:lstStyle>
          <a:p>
            <a:r>
              <a:rPr lang="en-US"/>
              <a:t>Click to edit Master title style</a:t>
            </a:r>
            <a:endParaRPr lang="de-DE" dirty="0"/>
          </a:p>
        </p:txBody>
      </p:sp>
      <p:sp>
        <p:nvSpPr>
          <p:cNvPr id="13" name="Textplatzhalter 6"/>
          <p:cNvSpPr>
            <a:spLocks noGrp="1"/>
          </p:cNvSpPr>
          <p:nvPr>
            <p:ph type="body" sz="quarter" idx="16" hasCustomPrompt="1"/>
          </p:nvPr>
        </p:nvSpPr>
        <p:spPr>
          <a:xfrm>
            <a:off x="5027060" y="950913"/>
            <a:ext cx="3685140" cy="2451696"/>
          </a:xfrm>
        </p:spPr>
        <p:txBody>
          <a:bodyPr anchor="b"/>
          <a:lstStyle>
            <a:lvl1pPr marL="0" indent="0">
              <a:lnSpc>
                <a:spcPct val="90000"/>
              </a:lnSpc>
              <a:spcBef>
                <a:spcPts val="0"/>
              </a:spcBef>
              <a:buFontTx/>
              <a:buNone/>
              <a:defRPr sz="2800" b="1">
                <a:solidFill>
                  <a:schemeClr val="tx1"/>
                </a:solidFill>
              </a:defRPr>
            </a:lvl1pPr>
            <a:lvl2pPr marL="176212" indent="0">
              <a:buFontTx/>
              <a:buNone/>
              <a:defRPr sz="2800" b="1">
                <a:solidFill>
                  <a:schemeClr val="bg1"/>
                </a:solidFill>
              </a:defRPr>
            </a:lvl2pPr>
            <a:lvl3pPr marL="360359" indent="0">
              <a:buFontTx/>
              <a:buNone/>
              <a:defRPr sz="2800" b="1">
                <a:solidFill>
                  <a:schemeClr val="bg1"/>
                </a:solidFill>
              </a:defRPr>
            </a:lvl3pPr>
            <a:lvl4pPr marL="536570" indent="0">
              <a:buFontTx/>
              <a:buNone/>
              <a:defRPr sz="2800" b="1">
                <a:solidFill>
                  <a:schemeClr val="bg1"/>
                </a:solidFill>
              </a:defRPr>
            </a:lvl4pPr>
            <a:lvl5pPr marL="720718" indent="0">
              <a:buFontTx/>
              <a:buNone/>
              <a:defRPr sz="2800" b="1">
                <a:solidFill>
                  <a:schemeClr val="bg1"/>
                </a:solidFill>
              </a:defRPr>
            </a:lvl5pPr>
          </a:lstStyle>
          <a:p>
            <a:pPr lvl="0"/>
            <a:r>
              <a:rPr lang="de-DE" dirty="0"/>
              <a:t>Textmasterformat bearbeiten</a:t>
            </a:r>
          </a:p>
        </p:txBody>
      </p:sp>
      <p:sp>
        <p:nvSpPr>
          <p:cNvPr id="12" name="Subtitle 2"/>
          <p:cNvSpPr>
            <a:spLocks noGrp="1"/>
          </p:cNvSpPr>
          <p:nvPr>
            <p:ph type="subTitle" idx="1" hasCustomPrompt="1"/>
          </p:nvPr>
        </p:nvSpPr>
        <p:spPr>
          <a:xfrm>
            <a:off x="5027060" y="3491099"/>
            <a:ext cx="3685140" cy="385560"/>
          </a:xfrm>
        </p:spPr>
        <p:txBody>
          <a:bodyPr lIns="0" tIns="0" rIns="0" bIns="0">
            <a:noAutofit/>
          </a:bodyPr>
          <a:lstStyle>
            <a:lvl1pPr marL="0" indent="0" algn="l">
              <a:lnSpc>
                <a:spcPct val="110000"/>
              </a:lnSpc>
              <a:spcBef>
                <a:spcPts val="0"/>
              </a:spcBef>
              <a:buNone/>
              <a:defRPr sz="1600">
                <a:solidFill>
                  <a:schemeClr val="tx1"/>
                </a:solidFill>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dirty="0"/>
              <a:t>Formatvorlage des Untertitelmasters durch Klicken bearbeiten</a:t>
            </a:r>
          </a:p>
        </p:txBody>
      </p:sp>
      <p:sp>
        <p:nvSpPr>
          <p:cNvPr id="7" name="Bildplatzhalter 6"/>
          <p:cNvSpPr>
            <a:spLocks noGrp="1" noChangeAspect="1"/>
          </p:cNvSpPr>
          <p:nvPr>
            <p:ph type="pic" sz="quarter" idx="14" hasCustomPrompt="1"/>
          </p:nvPr>
        </p:nvSpPr>
        <p:spPr>
          <a:xfrm>
            <a:off x="7298630" y="4694760"/>
            <a:ext cx="1415910" cy="330480"/>
          </a:xfrm>
        </p:spPr>
        <p:txBody>
          <a:bodyPr/>
          <a:lstStyle>
            <a:lvl1pPr marL="0" indent="0">
              <a:buFontTx/>
              <a:buNone/>
              <a:defRPr sz="1100" baseline="0"/>
            </a:lvl1pPr>
          </a:lstStyle>
          <a:p>
            <a:r>
              <a:rPr lang="de-DE" dirty="0" err="1"/>
              <a:t>Sublogo</a:t>
            </a:r>
            <a:r>
              <a:rPr lang="de-DE" dirty="0"/>
              <a:t> einfügen</a:t>
            </a:r>
          </a:p>
        </p:txBody>
      </p:sp>
    </p:spTree>
    <p:extLst>
      <p:ext uri="{BB962C8B-B14F-4D97-AF65-F5344CB8AC3E}">
        <p14:creationId xmlns:p14="http://schemas.microsoft.com/office/powerpoint/2010/main" val="341090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2 Institute Sublogo Kreis">
    <p:spTree>
      <p:nvGrpSpPr>
        <p:cNvPr id="1" name=""/>
        <p:cNvGrpSpPr/>
        <p:nvPr/>
      </p:nvGrpSpPr>
      <p:grpSpPr>
        <a:xfrm>
          <a:off x="0" y="0"/>
          <a:ext cx="0" cy="0"/>
          <a:chOff x="0" y="0"/>
          <a:chExt cx="0" cy="0"/>
        </a:xfrm>
      </p:grpSpPr>
      <p:sp>
        <p:nvSpPr>
          <p:cNvPr id="12" name="Textplatzhalter 9">
            <a:extLst>
              <a:ext uri="{FF2B5EF4-FFF2-40B4-BE49-F238E27FC236}">
                <a16:creationId xmlns:a16="http://schemas.microsoft.com/office/drawing/2014/main" id="{8C2509DD-6995-4266-BA57-453EB5029827}"/>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8" name="Bildplatzhalter 8"/>
          <p:cNvSpPr>
            <a:spLocks noGrp="1"/>
          </p:cNvSpPr>
          <p:nvPr>
            <p:ph type="pic" sz="quarter" idx="10"/>
          </p:nvPr>
        </p:nvSpPr>
        <p:spPr>
          <a:xfrm>
            <a:off x="-1" y="1266840"/>
            <a:ext cx="4792337" cy="3878280"/>
          </a:xfrm>
          <a:solidFill>
            <a:schemeClr val="bg1">
              <a:lumMod val="85000"/>
            </a:schemeClr>
          </a:solidFill>
        </p:spPr>
        <p:txBody>
          <a:bodyPr lIns="72000"/>
          <a:lstStyle>
            <a:lvl1pPr marL="0" indent="0">
              <a:buNone/>
              <a:defRPr/>
            </a:lvl1pPr>
          </a:lstStyle>
          <a:p>
            <a:r>
              <a:rPr lang="en-US"/>
              <a:t>Click icon to add picture</a:t>
            </a:r>
            <a:endParaRPr lang="en-US" dirty="0"/>
          </a:p>
        </p:txBody>
      </p:sp>
      <p:sp>
        <p:nvSpPr>
          <p:cNvPr id="23" name="Titel 14">
            <a:extLst>
              <a:ext uri="{FF2B5EF4-FFF2-40B4-BE49-F238E27FC236}">
                <a16:creationId xmlns:a16="http://schemas.microsoft.com/office/drawing/2014/main" id="{AFF476C3-111E-4CEC-9CE1-84054005F4D8}"/>
              </a:ext>
            </a:extLst>
          </p:cNvPr>
          <p:cNvSpPr>
            <a:spLocks noGrp="1" noChangeAspect="1"/>
          </p:cNvSpPr>
          <p:nvPr>
            <p:ph type="ctrTitle"/>
          </p:nvPr>
        </p:nvSpPr>
        <p:spPr>
          <a:xfrm>
            <a:off x="3899970" y="62746"/>
            <a:ext cx="5244029" cy="5084836"/>
          </a:xfrm>
          <a:custGeom>
            <a:avLst/>
            <a:gdLst>
              <a:gd name="connsiteX0" fmla="*/ 3208825 w 5540464"/>
              <a:gd name="connsiteY0" fmla="*/ 0 h 5372273"/>
              <a:gd name="connsiteX1" fmla="*/ 5477807 w 5540464"/>
              <a:gd name="connsiteY1" fmla="*/ 939843 h 5372273"/>
              <a:gd name="connsiteX2" fmla="*/ 5540464 w 5540464"/>
              <a:gd name="connsiteY2" fmla="*/ 1008784 h 5372273"/>
              <a:gd name="connsiteX3" fmla="*/ 5540464 w 5540464"/>
              <a:gd name="connsiteY3" fmla="*/ 5372273 h 5372273"/>
              <a:gd name="connsiteX4" fmla="*/ 843928 w 5540464"/>
              <a:gd name="connsiteY4" fmla="*/ 5372273 h 5372273"/>
              <a:gd name="connsiteX5" fmla="*/ 732740 w 5540464"/>
              <a:gd name="connsiteY5" fmla="*/ 5249936 h 5372273"/>
              <a:gd name="connsiteX6" fmla="*/ 0 w 5540464"/>
              <a:gd name="connsiteY6" fmla="*/ 3208825 h 5372273"/>
              <a:gd name="connsiteX7" fmla="*/ 3208825 w 5540464"/>
              <a:gd name="connsiteY7" fmla="*/ 0 h 537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0464" h="5372273">
                <a:moveTo>
                  <a:pt x="3208825" y="0"/>
                </a:moveTo>
                <a:cubicBezTo>
                  <a:pt x="4094918" y="0"/>
                  <a:pt x="4897124" y="359160"/>
                  <a:pt x="5477807" y="939843"/>
                </a:cubicBezTo>
                <a:lnTo>
                  <a:pt x="5540464" y="1008784"/>
                </a:lnTo>
                <a:lnTo>
                  <a:pt x="5540464" y="5372273"/>
                </a:lnTo>
                <a:lnTo>
                  <a:pt x="843928" y="5372273"/>
                </a:lnTo>
                <a:lnTo>
                  <a:pt x="732740" y="5249936"/>
                </a:lnTo>
                <a:cubicBezTo>
                  <a:pt x="274982" y="4695262"/>
                  <a:pt x="0" y="3984156"/>
                  <a:pt x="0" y="3208825"/>
                </a:cubicBezTo>
                <a:cubicBezTo>
                  <a:pt x="0" y="1436640"/>
                  <a:pt x="1436640" y="0"/>
                  <a:pt x="3208825" y="0"/>
                </a:cubicBezTo>
                <a:close/>
              </a:path>
            </a:pathLst>
          </a:custGeom>
          <a:solidFill>
            <a:schemeClr val="accent1"/>
          </a:solidFill>
        </p:spPr>
        <p:txBody>
          <a:bodyPr wrap="square" lIns="1008000" tIns="0" rIns="0" bIns="1044000" anchor="ctr" anchorCtr="0">
            <a:noAutofit/>
          </a:bodyPr>
          <a:lstStyle>
            <a:lvl1pPr marL="0" indent="0" algn="l">
              <a:lnSpc>
                <a:spcPct val="90000"/>
              </a:lnSpc>
              <a:defRPr sz="800" b="1" baseline="0">
                <a:solidFill>
                  <a:schemeClr val="accent1"/>
                </a:solidFill>
              </a:defRPr>
            </a:lvl1pPr>
          </a:lstStyle>
          <a:p>
            <a:r>
              <a:rPr lang="en-US"/>
              <a:t>Click to edit Master title style</a:t>
            </a:r>
            <a:endParaRPr lang="de-DE" dirty="0"/>
          </a:p>
        </p:txBody>
      </p:sp>
      <p:sp>
        <p:nvSpPr>
          <p:cNvPr id="18" name="Textplatzhalter 6">
            <a:extLst>
              <a:ext uri="{FF2B5EF4-FFF2-40B4-BE49-F238E27FC236}">
                <a16:creationId xmlns:a16="http://schemas.microsoft.com/office/drawing/2014/main" id="{343FAED0-A443-4C1F-A299-A7DFEE48CE24}"/>
              </a:ext>
            </a:extLst>
          </p:cNvPr>
          <p:cNvSpPr>
            <a:spLocks noGrp="1"/>
          </p:cNvSpPr>
          <p:nvPr>
            <p:ph type="body" sz="quarter" idx="16" hasCustomPrompt="1"/>
          </p:nvPr>
        </p:nvSpPr>
        <p:spPr>
          <a:xfrm>
            <a:off x="4629638" y="1429966"/>
            <a:ext cx="4082562" cy="2813427"/>
          </a:xfrm>
        </p:spPr>
        <p:txBody>
          <a:bodyPr anchor="b"/>
          <a:lstStyle>
            <a:lvl1pPr marL="0" indent="0">
              <a:lnSpc>
                <a:spcPct val="90000"/>
              </a:lnSpc>
              <a:spcBef>
                <a:spcPts val="0"/>
              </a:spcBef>
              <a:buFontTx/>
              <a:buNone/>
              <a:defRPr sz="2800" b="1">
                <a:solidFill>
                  <a:schemeClr val="bg1"/>
                </a:solidFill>
                <a:highlight>
                  <a:srgbClr val="000000"/>
                </a:highlight>
              </a:defRPr>
            </a:lvl1pPr>
            <a:lvl2pPr marL="176212" indent="0">
              <a:buFontTx/>
              <a:buNone/>
              <a:defRPr sz="2800" b="1">
                <a:solidFill>
                  <a:schemeClr val="bg1"/>
                </a:solidFill>
              </a:defRPr>
            </a:lvl2pPr>
            <a:lvl3pPr marL="360359" indent="0">
              <a:buFontTx/>
              <a:buNone/>
              <a:defRPr sz="2800" b="1">
                <a:solidFill>
                  <a:schemeClr val="bg1"/>
                </a:solidFill>
              </a:defRPr>
            </a:lvl3pPr>
            <a:lvl4pPr marL="536570" indent="0">
              <a:buFontTx/>
              <a:buNone/>
              <a:defRPr sz="2800" b="1">
                <a:solidFill>
                  <a:schemeClr val="bg1"/>
                </a:solidFill>
              </a:defRPr>
            </a:lvl4pPr>
            <a:lvl5pPr marL="720718" indent="0">
              <a:buFontTx/>
              <a:buNone/>
              <a:defRPr sz="2800" b="1">
                <a:solidFill>
                  <a:schemeClr val="bg1"/>
                </a:solidFill>
              </a:defRPr>
            </a:lvl5pPr>
          </a:lstStyle>
          <a:p>
            <a:pPr lvl="0"/>
            <a:r>
              <a:rPr lang="de-DE" dirty="0"/>
              <a:t>Barrierefreier  Titel – Text durch Klicken </a:t>
            </a:r>
            <a:br>
              <a:rPr lang="de-DE" dirty="0"/>
            </a:br>
            <a:r>
              <a:rPr lang="de-DE" dirty="0"/>
              <a:t>hinzufügen</a:t>
            </a:r>
          </a:p>
        </p:txBody>
      </p:sp>
      <p:sp>
        <p:nvSpPr>
          <p:cNvPr id="17" name="Subtitle 2">
            <a:extLst>
              <a:ext uri="{FF2B5EF4-FFF2-40B4-BE49-F238E27FC236}">
                <a16:creationId xmlns:a16="http://schemas.microsoft.com/office/drawing/2014/main" id="{2B709A5D-8423-4BCB-B21F-5764E13BC45A}"/>
              </a:ext>
            </a:extLst>
          </p:cNvPr>
          <p:cNvSpPr>
            <a:spLocks noGrp="1"/>
          </p:cNvSpPr>
          <p:nvPr>
            <p:ph type="subTitle" idx="1" hasCustomPrompt="1"/>
          </p:nvPr>
        </p:nvSpPr>
        <p:spPr>
          <a:xfrm>
            <a:off x="4629638" y="4331883"/>
            <a:ext cx="4082562" cy="385560"/>
          </a:xfrm>
        </p:spPr>
        <p:txBody>
          <a:bodyPr lIns="0" tIns="0" rIns="0" bIns="0">
            <a:noAutofit/>
          </a:bodyPr>
          <a:lstStyle>
            <a:lvl1pPr marL="0" indent="0" algn="l">
              <a:lnSpc>
                <a:spcPct val="110000"/>
              </a:lnSpc>
              <a:spcBef>
                <a:spcPts val="0"/>
              </a:spcBef>
              <a:buNone/>
              <a:defRPr sz="1600">
                <a:solidFill>
                  <a:schemeClr val="bg1"/>
                </a:solidFill>
                <a:highlight>
                  <a:srgbClr val="000000"/>
                </a:highlight>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dirty="0"/>
              <a:t>Formatvorlage des Untertitelmasters durch Klicken bearbeiten</a:t>
            </a:r>
          </a:p>
        </p:txBody>
      </p:sp>
      <p:sp>
        <p:nvSpPr>
          <p:cNvPr id="5" name="Bildplatzhalter 4"/>
          <p:cNvSpPr>
            <a:spLocks noGrp="1" noChangeAspect="1"/>
          </p:cNvSpPr>
          <p:nvPr>
            <p:ph type="pic" sz="quarter" idx="14" hasCustomPrompt="1"/>
          </p:nvPr>
        </p:nvSpPr>
        <p:spPr>
          <a:xfrm>
            <a:off x="2735643" y="2013697"/>
            <a:ext cx="1548000" cy="1548000"/>
          </a:xfrm>
          <a:prstGeom prst="ellipse">
            <a:avLst/>
          </a:prstGeom>
          <a:solidFill>
            <a:schemeClr val="bg1"/>
          </a:solidFill>
        </p:spPr>
        <p:txBody>
          <a:bodyPr/>
          <a:lstStyle>
            <a:lvl1pPr marL="0" indent="0">
              <a:buFontTx/>
              <a:buNone/>
              <a:defRPr sz="900" baseline="0"/>
            </a:lvl1pPr>
          </a:lstStyle>
          <a:p>
            <a:r>
              <a:rPr lang="de-DE" dirty="0" err="1"/>
              <a:t>Sublogo</a:t>
            </a:r>
            <a:r>
              <a:rPr lang="de-DE" dirty="0"/>
              <a:t> einfügen</a:t>
            </a:r>
          </a:p>
        </p:txBody>
      </p:sp>
      <p:pic>
        <p:nvPicPr>
          <p:cNvPr id="2" name="Grafik 1">
            <a:extLst>
              <a:ext uri="{FF2B5EF4-FFF2-40B4-BE49-F238E27FC236}">
                <a16:creationId xmlns:a16="http://schemas.microsoft.com/office/drawing/2014/main" id="{38CE1ABF-6F6B-49DA-8DF4-EC3DFC43015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6800" y="268958"/>
            <a:ext cx="2136071" cy="431998"/>
          </a:xfrm>
          <a:prstGeom prst="rect">
            <a:avLst/>
          </a:prstGeom>
        </p:spPr>
      </p:pic>
    </p:spTree>
    <p:extLst>
      <p:ext uri="{BB962C8B-B14F-4D97-AF65-F5344CB8AC3E}">
        <p14:creationId xmlns:p14="http://schemas.microsoft.com/office/powerpoint/2010/main" val="841972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3 Institute Bild im Kreis">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0C5DE6BF-7C3C-4DD9-B444-AAC623C74DA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6800" y="268958"/>
            <a:ext cx="2136071" cy="431998"/>
          </a:xfrm>
          <a:prstGeom prst="rect">
            <a:avLst/>
          </a:prstGeom>
        </p:spPr>
      </p:pic>
      <p:sp>
        <p:nvSpPr>
          <p:cNvPr id="12" name="Textplatzhalter 9">
            <a:extLst>
              <a:ext uri="{FF2B5EF4-FFF2-40B4-BE49-F238E27FC236}">
                <a16:creationId xmlns:a16="http://schemas.microsoft.com/office/drawing/2014/main" id="{868A37DF-9496-476C-BBBA-BE7FB54F5C58}"/>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6" name="Rechteck 5"/>
          <p:cNvSpPr/>
          <p:nvPr userDrawn="1"/>
        </p:nvSpPr>
        <p:spPr>
          <a:xfrm>
            <a:off x="0" y="1266842"/>
            <a:ext cx="9144000" cy="3876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13" name="Textplatzhalter 6"/>
          <p:cNvSpPr>
            <a:spLocks noGrp="1"/>
          </p:cNvSpPr>
          <p:nvPr>
            <p:ph type="body" sz="quarter" idx="17" hasCustomPrompt="1"/>
          </p:nvPr>
        </p:nvSpPr>
        <p:spPr>
          <a:xfrm>
            <a:off x="388205" y="1456567"/>
            <a:ext cx="4536000" cy="2636385"/>
          </a:xfrm>
        </p:spPr>
        <p:txBody>
          <a:bodyPr anchor="b"/>
          <a:lstStyle>
            <a:lvl1pPr marL="0" indent="0">
              <a:lnSpc>
                <a:spcPct val="90000"/>
              </a:lnSpc>
              <a:spcBef>
                <a:spcPts val="0"/>
              </a:spcBef>
              <a:buFontTx/>
              <a:buNone/>
              <a:defRPr sz="2800" b="1">
                <a:solidFill>
                  <a:schemeClr val="bg1"/>
                </a:solidFill>
              </a:defRPr>
            </a:lvl1pPr>
            <a:lvl2pPr marL="176212" indent="0">
              <a:buFontTx/>
              <a:buNone/>
              <a:defRPr sz="2800" b="1">
                <a:solidFill>
                  <a:schemeClr val="bg1"/>
                </a:solidFill>
              </a:defRPr>
            </a:lvl2pPr>
            <a:lvl3pPr marL="360359" indent="0">
              <a:buFontTx/>
              <a:buNone/>
              <a:defRPr sz="2800" b="1">
                <a:solidFill>
                  <a:schemeClr val="bg1"/>
                </a:solidFill>
              </a:defRPr>
            </a:lvl3pPr>
            <a:lvl4pPr marL="536570" indent="0">
              <a:buFontTx/>
              <a:buNone/>
              <a:defRPr sz="2800" b="1">
                <a:solidFill>
                  <a:schemeClr val="bg1"/>
                </a:solidFill>
              </a:defRPr>
            </a:lvl4pPr>
            <a:lvl5pPr marL="720718" indent="0">
              <a:buFontTx/>
              <a:buNone/>
              <a:defRPr sz="2800" b="1">
                <a:solidFill>
                  <a:schemeClr val="bg1"/>
                </a:solidFill>
              </a:defRPr>
            </a:lvl5pPr>
          </a:lstStyle>
          <a:p>
            <a:pPr lvl="0"/>
            <a:r>
              <a:rPr lang="de-DE" dirty="0"/>
              <a:t>Barrierefreier  Titel – Text durch Klicken </a:t>
            </a:r>
            <a:br>
              <a:rPr lang="de-DE" dirty="0"/>
            </a:br>
            <a:r>
              <a:rPr lang="de-DE" dirty="0"/>
              <a:t>hinzufügen</a:t>
            </a:r>
          </a:p>
        </p:txBody>
      </p:sp>
      <p:sp>
        <p:nvSpPr>
          <p:cNvPr id="8" name="Textplatzhalter 7"/>
          <p:cNvSpPr>
            <a:spLocks noGrp="1"/>
          </p:cNvSpPr>
          <p:nvPr>
            <p:ph type="body" sz="quarter" idx="18" hasCustomPrompt="1"/>
          </p:nvPr>
        </p:nvSpPr>
        <p:spPr>
          <a:xfrm>
            <a:off x="388941" y="4162694"/>
            <a:ext cx="4535487" cy="588645"/>
          </a:xfrm>
        </p:spPr>
        <p:txBody>
          <a:bodyPr/>
          <a:lstStyle>
            <a:lvl1pPr marL="0" indent="0">
              <a:lnSpc>
                <a:spcPct val="110000"/>
              </a:lnSpc>
              <a:spcBef>
                <a:spcPts val="0"/>
              </a:spcBef>
              <a:buFontTx/>
              <a:buNone/>
              <a:defRPr sz="1600">
                <a:solidFill>
                  <a:schemeClr val="bg1"/>
                </a:solidFill>
              </a:defRPr>
            </a:lvl1pPr>
            <a:lvl2pPr marL="0" indent="0">
              <a:buFontTx/>
              <a:buNone/>
              <a:defRPr sz="1600">
                <a:solidFill>
                  <a:schemeClr val="bg1"/>
                </a:solidFill>
              </a:defRPr>
            </a:lvl2pPr>
            <a:lvl3pPr marL="0" indent="0">
              <a:buFontTx/>
              <a:buNone/>
              <a:defRPr sz="1600">
                <a:solidFill>
                  <a:schemeClr val="bg1"/>
                </a:solidFill>
              </a:defRPr>
            </a:lvl3pPr>
            <a:lvl4pPr marL="0" indent="0">
              <a:buFontTx/>
              <a:buNone/>
              <a:defRPr sz="1600">
                <a:solidFill>
                  <a:schemeClr val="bg1"/>
                </a:solidFill>
              </a:defRPr>
            </a:lvl4pPr>
            <a:lvl5pPr marL="0" indent="0">
              <a:buFontTx/>
              <a:buNone/>
              <a:defRPr sz="1600">
                <a:solidFill>
                  <a:schemeClr val="bg1"/>
                </a:solidFill>
              </a:defRPr>
            </a:lvl5pPr>
          </a:lstStyle>
          <a:p>
            <a:r>
              <a:rPr lang="de-DE" dirty="0"/>
              <a:t>Formatvorlage des Untertitelmasters durch Klicken bearbeiten</a:t>
            </a:r>
          </a:p>
        </p:txBody>
      </p:sp>
      <p:sp>
        <p:nvSpPr>
          <p:cNvPr id="5" name="Bildplatzhalter 4"/>
          <p:cNvSpPr>
            <a:spLocks noGrp="1"/>
          </p:cNvSpPr>
          <p:nvPr>
            <p:ph type="pic" sz="quarter" idx="15"/>
          </p:nvPr>
        </p:nvSpPr>
        <p:spPr>
          <a:xfrm>
            <a:off x="5060018" y="698873"/>
            <a:ext cx="3816000" cy="3816000"/>
          </a:xfrm>
          <a:prstGeom prst="ellipse">
            <a:avLst/>
          </a:prstGeom>
          <a:solidFill>
            <a:schemeClr val="bg1"/>
          </a:solidFill>
          <a:ln>
            <a:noFill/>
          </a:ln>
        </p:spPr>
        <p:txBody>
          <a:bodyPr/>
          <a:lstStyle>
            <a:lvl1pPr marL="0" indent="0">
              <a:buFontTx/>
              <a:buNone/>
              <a:defRPr/>
            </a:lvl1pPr>
          </a:lstStyle>
          <a:p>
            <a:r>
              <a:rPr lang="en-US"/>
              <a:t>Click icon to add picture</a:t>
            </a:r>
            <a:endParaRPr lang="en-US" dirty="0"/>
          </a:p>
        </p:txBody>
      </p:sp>
      <p:sp>
        <p:nvSpPr>
          <p:cNvPr id="9" name="Bildplatzhalter 4"/>
          <p:cNvSpPr>
            <a:spLocks noGrp="1" noChangeAspect="1"/>
          </p:cNvSpPr>
          <p:nvPr>
            <p:ph type="pic" sz="quarter" idx="16" hasCustomPrompt="1"/>
          </p:nvPr>
        </p:nvSpPr>
        <p:spPr>
          <a:xfrm>
            <a:off x="7437803" y="3498494"/>
            <a:ext cx="1329711" cy="1328400"/>
          </a:xfrm>
          <a:prstGeom prst="ellipse">
            <a:avLst/>
          </a:prstGeom>
          <a:solidFill>
            <a:schemeClr val="bg1"/>
          </a:solidFill>
          <a:ln>
            <a:noFill/>
          </a:ln>
        </p:spPr>
        <p:txBody>
          <a:bodyPr/>
          <a:lstStyle>
            <a:lvl1pPr marL="0" indent="0">
              <a:buFontTx/>
              <a:buNone/>
              <a:defRPr sz="900" baseline="0"/>
            </a:lvl1pPr>
          </a:lstStyle>
          <a:p>
            <a:r>
              <a:rPr lang="de-DE" dirty="0" err="1"/>
              <a:t>Sublogo</a:t>
            </a:r>
            <a:r>
              <a:rPr lang="de-DE" dirty="0"/>
              <a:t> einfügen</a:t>
            </a:r>
          </a:p>
        </p:txBody>
      </p:sp>
    </p:spTree>
    <p:extLst>
      <p:ext uri="{BB962C8B-B14F-4D97-AF65-F5344CB8AC3E}">
        <p14:creationId xmlns:p14="http://schemas.microsoft.com/office/powerpoint/2010/main" val="421511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4 Institute Bild im Kreis">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C394958B-96B0-482F-9CDD-2894CA0BA7D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6800" y="268958"/>
            <a:ext cx="2136071" cy="431998"/>
          </a:xfrm>
          <a:prstGeom prst="rect">
            <a:avLst/>
          </a:prstGeom>
        </p:spPr>
      </p:pic>
      <p:sp>
        <p:nvSpPr>
          <p:cNvPr id="9" name="Textplatzhalter 9">
            <a:extLst>
              <a:ext uri="{FF2B5EF4-FFF2-40B4-BE49-F238E27FC236}">
                <a16:creationId xmlns:a16="http://schemas.microsoft.com/office/drawing/2014/main" id="{7E9C39E4-13B3-44F8-B92B-E1DEC19232C4}"/>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6" name="Rechteck 5"/>
          <p:cNvSpPr/>
          <p:nvPr userDrawn="1"/>
        </p:nvSpPr>
        <p:spPr>
          <a:xfrm>
            <a:off x="0" y="1266841"/>
            <a:ext cx="9144000" cy="3304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13" name="Textplatzhalter 6"/>
          <p:cNvSpPr>
            <a:spLocks noGrp="1"/>
          </p:cNvSpPr>
          <p:nvPr>
            <p:ph type="body" sz="quarter" idx="16" hasCustomPrompt="1"/>
          </p:nvPr>
        </p:nvSpPr>
        <p:spPr>
          <a:xfrm>
            <a:off x="388207" y="1456566"/>
            <a:ext cx="4534828" cy="2441376"/>
          </a:xfrm>
        </p:spPr>
        <p:txBody>
          <a:bodyPr anchor="b"/>
          <a:lstStyle>
            <a:lvl1pPr marL="0" indent="0">
              <a:lnSpc>
                <a:spcPct val="90000"/>
              </a:lnSpc>
              <a:spcBef>
                <a:spcPts val="0"/>
              </a:spcBef>
              <a:buFontTx/>
              <a:buNone/>
              <a:defRPr sz="2800" b="1">
                <a:solidFill>
                  <a:schemeClr val="bg1"/>
                </a:solidFill>
              </a:defRPr>
            </a:lvl1pPr>
            <a:lvl2pPr marL="176212" indent="0">
              <a:buFontTx/>
              <a:buNone/>
              <a:defRPr sz="2800" b="1">
                <a:solidFill>
                  <a:schemeClr val="bg1"/>
                </a:solidFill>
              </a:defRPr>
            </a:lvl2pPr>
            <a:lvl3pPr marL="360359" indent="0">
              <a:buFontTx/>
              <a:buNone/>
              <a:defRPr sz="2800" b="1">
                <a:solidFill>
                  <a:schemeClr val="bg1"/>
                </a:solidFill>
              </a:defRPr>
            </a:lvl3pPr>
            <a:lvl4pPr marL="536570" indent="0">
              <a:buFontTx/>
              <a:buNone/>
              <a:defRPr sz="2800" b="1">
                <a:solidFill>
                  <a:schemeClr val="bg1"/>
                </a:solidFill>
              </a:defRPr>
            </a:lvl4pPr>
            <a:lvl5pPr marL="720718" indent="0">
              <a:buFontTx/>
              <a:buNone/>
              <a:defRPr sz="2800" b="1">
                <a:solidFill>
                  <a:schemeClr val="bg1"/>
                </a:solidFill>
              </a:defRPr>
            </a:lvl5pPr>
          </a:lstStyle>
          <a:p>
            <a:pPr lvl="0"/>
            <a:r>
              <a:rPr lang="de-DE" dirty="0"/>
              <a:t>Barrierefreier  Titel – Text durch Klicken </a:t>
            </a:r>
            <a:br>
              <a:rPr lang="de-DE" dirty="0"/>
            </a:br>
            <a:r>
              <a:rPr lang="de-DE" dirty="0"/>
              <a:t>hinzufügen</a:t>
            </a:r>
          </a:p>
        </p:txBody>
      </p:sp>
      <p:sp>
        <p:nvSpPr>
          <p:cNvPr id="15" name="Textplatzhalter 7"/>
          <p:cNvSpPr>
            <a:spLocks noGrp="1"/>
          </p:cNvSpPr>
          <p:nvPr>
            <p:ph type="body" sz="quarter" idx="18" hasCustomPrompt="1"/>
          </p:nvPr>
        </p:nvSpPr>
        <p:spPr>
          <a:xfrm>
            <a:off x="388941" y="3982997"/>
            <a:ext cx="4535487" cy="588645"/>
          </a:xfrm>
        </p:spPr>
        <p:txBody>
          <a:bodyPr/>
          <a:lstStyle>
            <a:lvl1pPr marL="0" indent="0">
              <a:lnSpc>
                <a:spcPct val="110000"/>
              </a:lnSpc>
              <a:spcBef>
                <a:spcPts val="0"/>
              </a:spcBef>
              <a:buFontTx/>
              <a:buNone/>
              <a:defRPr sz="1600">
                <a:solidFill>
                  <a:schemeClr val="bg1"/>
                </a:solidFill>
              </a:defRPr>
            </a:lvl1pPr>
            <a:lvl2pPr marL="0" indent="0">
              <a:buFontTx/>
              <a:buNone/>
              <a:defRPr sz="1600">
                <a:solidFill>
                  <a:schemeClr val="bg1"/>
                </a:solidFill>
              </a:defRPr>
            </a:lvl2pPr>
            <a:lvl3pPr marL="0" indent="0">
              <a:buFontTx/>
              <a:buNone/>
              <a:defRPr sz="1600">
                <a:solidFill>
                  <a:schemeClr val="bg1"/>
                </a:solidFill>
              </a:defRPr>
            </a:lvl3pPr>
            <a:lvl4pPr marL="0" indent="0">
              <a:buFontTx/>
              <a:buNone/>
              <a:defRPr sz="1600">
                <a:solidFill>
                  <a:schemeClr val="bg1"/>
                </a:solidFill>
              </a:defRPr>
            </a:lvl4pPr>
            <a:lvl5pPr marL="0" indent="0">
              <a:buFontTx/>
              <a:buNone/>
              <a:defRPr sz="1600">
                <a:solidFill>
                  <a:schemeClr val="bg1"/>
                </a:solidFill>
              </a:defRPr>
            </a:lvl5pPr>
          </a:lstStyle>
          <a:p>
            <a:r>
              <a:rPr lang="de-DE" dirty="0"/>
              <a:t>Formatvorlage des Untertitelmasters durch Klicken bearbeiten</a:t>
            </a:r>
          </a:p>
        </p:txBody>
      </p:sp>
      <p:sp>
        <p:nvSpPr>
          <p:cNvPr id="14" name="Bildplatzhalter 4">
            <a:extLst>
              <a:ext uri="{FF2B5EF4-FFF2-40B4-BE49-F238E27FC236}">
                <a16:creationId xmlns:a16="http://schemas.microsoft.com/office/drawing/2014/main" id="{E4F7A711-2DC3-438B-A0AC-CD198DE6C59B}"/>
              </a:ext>
            </a:extLst>
          </p:cNvPr>
          <p:cNvSpPr>
            <a:spLocks noGrp="1"/>
          </p:cNvSpPr>
          <p:nvPr>
            <p:ph type="pic" sz="quarter" idx="15"/>
          </p:nvPr>
        </p:nvSpPr>
        <p:spPr>
          <a:xfrm>
            <a:off x="5060018" y="698873"/>
            <a:ext cx="3816000" cy="3816000"/>
          </a:xfrm>
          <a:prstGeom prst="ellipse">
            <a:avLst/>
          </a:prstGeom>
          <a:solidFill>
            <a:schemeClr val="bg1"/>
          </a:solidFill>
          <a:ln>
            <a:noFill/>
          </a:ln>
        </p:spPr>
        <p:txBody>
          <a:bodyPr/>
          <a:lstStyle>
            <a:lvl1pPr marL="0" indent="0">
              <a:buFontTx/>
              <a:buNone/>
              <a:defRPr/>
            </a:lvl1pPr>
          </a:lstStyle>
          <a:p>
            <a:r>
              <a:rPr lang="en-US"/>
              <a:t>Click icon to add picture</a:t>
            </a:r>
            <a:endParaRPr lang="en-US" dirty="0"/>
          </a:p>
        </p:txBody>
      </p:sp>
      <p:sp>
        <p:nvSpPr>
          <p:cNvPr id="7" name="Bildplatzhalter 6"/>
          <p:cNvSpPr>
            <a:spLocks noGrp="1" noChangeAspect="1"/>
          </p:cNvSpPr>
          <p:nvPr>
            <p:ph type="pic" sz="quarter" idx="14" hasCustomPrompt="1"/>
          </p:nvPr>
        </p:nvSpPr>
        <p:spPr>
          <a:xfrm>
            <a:off x="7282472" y="4695248"/>
            <a:ext cx="1422400" cy="331513"/>
          </a:xfrm>
        </p:spPr>
        <p:txBody>
          <a:bodyPr/>
          <a:lstStyle>
            <a:lvl1pPr marL="0" indent="0">
              <a:buFontTx/>
              <a:buNone/>
              <a:defRPr sz="1100" baseline="0"/>
            </a:lvl1pPr>
          </a:lstStyle>
          <a:p>
            <a:r>
              <a:rPr lang="de-DE" dirty="0" err="1"/>
              <a:t>Sublogo</a:t>
            </a:r>
            <a:r>
              <a:rPr lang="de-DE" dirty="0"/>
              <a:t> einfügen</a:t>
            </a:r>
          </a:p>
        </p:txBody>
      </p:sp>
    </p:spTree>
    <p:extLst>
      <p:ext uri="{BB962C8B-B14F-4D97-AF65-F5344CB8AC3E}">
        <p14:creationId xmlns:p14="http://schemas.microsoft.com/office/powerpoint/2010/main" val="2465160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380E903D-6891-4B4C-972E-C7B415869C5E}"/>
              </a:ext>
            </a:extLst>
          </p:cNvPr>
          <p:cNvSpPr>
            <a:spLocks noGrp="1"/>
          </p:cNvSpPr>
          <p:nvPr>
            <p:ph type="title"/>
          </p:nvPr>
        </p:nvSpPr>
        <p:spPr/>
        <p:txBody>
          <a:bodyPr/>
          <a:lstStyle/>
          <a:p>
            <a:r>
              <a:rPr lang="en-US"/>
              <a:t>Click to edit Master title style</a:t>
            </a:r>
            <a:endParaRPr lang="de-DE" dirty="0"/>
          </a:p>
        </p:txBody>
      </p:sp>
      <p:sp>
        <p:nvSpPr>
          <p:cNvPr id="8" name="Textplatzhalter 7"/>
          <p:cNvSpPr>
            <a:spLocks noGrp="1"/>
          </p:cNvSpPr>
          <p:nvPr>
            <p:ph type="body" sz="quarter" idx="13" hasCustomPrompt="1"/>
          </p:nvPr>
        </p:nvSpPr>
        <p:spPr>
          <a:xfrm>
            <a:off x="468000" y="546519"/>
            <a:ext cx="8244200" cy="248603"/>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Date Placeholder 3"/>
          <p:cNvSpPr>
            <a:spLocks noGrp="1"/>
          </p:cNvSpPr>
          <p:nvPr>
            <p:ph type="dt" sz="half" idx="10"/>
          </p:nvPr>
        </p:nvSpPr>
        <p:spPr/>
        <p:txBody>
          <a:bodyPr/>
          <a:lstStyle/>
          <a:p>
            <a:endParaRPr lang="de-DE" dirty="0"/>
          </a:p>
        </p:txBody>
      </p:sp>
      <p:sp>
        <p:nvSpPr>
          <p:cNvPr id="5" name="Footer Placeholder 4"/>
          <p:cNvSpPr>
            <a:spLocks noGrp="1"/>
          </p:cNvSpPr>
          <p:nvPr>
            <p:ph type="ftr" sz="quarter" idx="11"/>
          </p:nvPr>
        </p:nvSpPr>
        <p:spPr/>
        <p:txBody>
          <a:bodyPr/>
          <a:lstStyle/>
          <a:p>
            <a:r>
              <a:rPr lang="en-US"/>
              <a:t>your name</a:t>
            </a:r>
            <a:endParaRPr lang="de-DE" dirty="0"/>
          </a:p>
        </p:txBody>
      </p:sp>
      <p:sp>
        <p:nvSpPr>
          <p:cNvPr id="6" name="Slide Number Placeholder 5"/>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128145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2zeilig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Date Placeholder 3"/>
          <p:cNvSpPr>
            <a:spLocks noGrp="1"/>
          </p:cNvSpPr>
          <p:nvPr>
            <p:ph type="dt" sz="half" idx="10"/>
          </p:nvPr>
        </p:nvSpPr>
        <p:spPr/>
        <p:txBody>
          <a:bodyPr/>
          <a:lstStyle/>
          <a:p>
            <a:endParaRPr lang="de-DE" dirty="0"/>
          </a:p>
        </p:txBody>
      </p:sp>
      <p:sp>
        <p:nvSpPr>
          <p:cNvPr id="5" name="Footer Placeholder 4"/>
          <p:cNvSpPr>
            <a:spLocks noGrp="1"/>
          </p:cNvSpPr>
          <p:nvPr>
            <p:ph type="ftr" sz="quarter" idx="11"/>
          </p:nvPr>
        </p:nvSpPr>
        <p:spPr/>
        <p:txBody>
          <a:bodyPr/>
          <a:lstStyle/>
          <a:p>
            <a:r>
              <a:rPr lang="en-US"/>
              <a:t>your name</a:t>
            </a:r>
            <a:endParaRPr lang="de-DE" dirty="0"/>
          </a:p>
        </p:txBody>
      </p:sp>
      <p:sp>
        <p:nvSpPr>
          <p:cNvPr id="6" name="Slide Number Placeholder 5"/>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3015284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Kap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989E6229-E650-4C0F-8141-1787714FDDFC}"/>
              </a:ext>
              <a:ext uri="{C183D7F6-B498-43B3-948B-1728B52AA6E4}">
                <adec:decorative xmlns:adec="http://schemas.microsoft.com/office/drawing/2017/decorative" val="1"/>
              </a:ext>
            </a:extLst>
          </p:cNvPr>
          <p:cNvSpPr/>
          <p:nvPr userDrawn="1"/>
        </p:nvSpPr>
        <p:spPr>
          <a:xfrm>
            <a:off x="1279949" y="0"/>
            <a:ext cx="6543725" cy="3533140"/>
          </a:xfrm>
          <a:custGeom>
            <a:avLst/>
            <a:gdLst>
              <a:gd name="connsiteX0" fmla="*/ 10560 w 6543725"/>
              <a:gd name="connsiteY0" fmla="*/ 0 h 3533140"/>
              <a:gd name="connsiteX1" fmla="*/ 6533165 w 6543725"/>
              <a:gd name="connsiteY1" fmla="*/ 0 h 3533140"/>
              <a:gd name="connsiteX2" fmla="*/ 6543725 w 6543725"/>
              <a:gd name="connsiteY2" fmla="*/ 261277 h 3533140"/>
              <a:gd name="connsiteX3" fmla="*/ 6532879 w 6543725"/>
              <a:gd name="connsiteY3" fmla="*/ 529622 h 3533140"/>
              <a:gd name="connsiteX4" fmla="*/ 6500902 w 6543725"/>
              <a:gd name="connsiteY4" fmla="*/ 791992 h 3533140"/>
              <a:gd name="connsiteX5" fmla="*/ 6448637 w 6543725"/>
              <a:gd name="connsiteY5" fmla="*/ 1047546 h 3533140"/>
              <a:gd name="connsiteX6" fmla="*/ 6376924 w 6543725"/>
              <a:gd name="connsiteY6" fmla="*/ 1295442 h 3533140"/>
              <a:gd name="connsiteX7" fmla="*/ 6286607 w 6543725"/>
              <a:gd name="connsiteY7" fmla="*/ 1534837 h 3533140"/>
              <a:gd name="connsiteX8" fmla="*/ 6178527 w 6543725"/>
              <a:gd name="connsiteY8" fmla="*/ 1764890 h 3533140"/>
              <a:gd name="connsiteX9" fmla="*/ 6053527 w 6543725"/>
              <a:gd name="connsiteY9" fmla="*/ 1984758 h 3533140"/>
              <a:gd name="connsiteX10" fmla="*/ 5912448 w 6543725"/>
              <a:gd name="connsiteY10" fmla="*/ 2193600 h 3533140"/>
              <a:gd name="connsiteX11" fmla="*/ 5756132 w 6543725"/>
              <a:gd name="connsiteY11" fmla="*/ 2390573 h 3533140"/>
              <a:gd name="connsiteX12" fmla="*/ 5585421 w 6543725"/>
              <a:gd name="connsiteY12" fmla="*/ 2574836 h 3533140"/>
              <a:gd name="connsiteX13" fmla="*/ 5401159 w 6543725"/>
              <a:gd name="connsiteY13" fmla="*/ 2745547 h 3533140"/>
              <a:gd name="connsiteX14" fmla="*/ 5204185 w 6543725"/>
              <a:gd name="connsiteY14" fmla="*/ 2901862 h 3533140"/>
              <a:gd name="connsiteX15" fmla="*/ 4995343 w 6543725"/>
              <a:gd name="connsiteY15" fmla="*/ 3042941 h 3533140"/>
              <a:gd name="connsiteX16" fmla="*/ 4775475 w 6543725"/>
              <a:gd name="connsiteY16" fmla="*/ 3167942 h 3533140"/>
              <a:gd name="connsiteX17" fmla="*/ 4545422 w 6543725"/>
              <a:gd name="connsiteY17" fmla="*/ 3276022 h 3533140"/>
              <a:gd name="connsiteX18" fmla="*/ 4306027 w 6543725"/>
              <a:gd name="connsiteY18" fmla="*/ 3366339 h 3533140"/>
              <a:gd name="connsiteX19" fmla="*/ 4058131 w 6543725"/>
              <a:gd name="connsiteY19" fmla="*/ 3438051 h 3533140"/>
              <a:gd name="connsiteX20" fmla="*/ 3802577 w 6543725"/>
              <a:gd name="connsiteY20" fmla="*/ 3490317 h 3533140"/>
              <a:gd name="connsiteX21" fmla="*/ 3540207 w 6543725"/>
              <a:gd name="connsiteY21" fmla="*/ 3522294 h 3533140"/>
              <a:gd name="connsiteX22" fmla="*/ 3271862 w 6543725"/>
              <a:gd name="connsiteY22" fmla="*/ 3533140 h 3533140"/>
              <a:gd name="connsiteX23" fmla="*/ 3003520 w 6543725"/>
              <a:gd name="connsiteY23" fmla="*/ 3522294 h 3533140"/>
              <a:gd name="connsiteX24" fmla="*/ 2741151 w 6543725"/>
              <a:gd name="connsiteY24" fmla="*/ 3490317 h 3533140"/>
              <a:gd name="connsiteX25" fmla="*/ 2485598 w 6543725"/>
              <a:gd name="connsiteY25" fmla="*/ 3438051 h 3533140"/>
              <a:gd name="connsiteX26" fmla="*/ 2237703 w 6543725"/>
              <a:gd name="connsiteY26" fmla="*/ 3366339 h 3533140"/>
              <a:gd name="connsiteX27" fmla="*/ 1998308 w 6543725"/>
              <a:gd name="connsiteY27" fmla="*/ 3276022 h 3533140"/>
              <a:gd name="connsiteX28" fmla="*/ 1768256 w 6543725"/>
              <a:gd name="connsiteY28" fmla="*/ 3167942 h 3533140"/>
              <a:gd name="connsiteX29" fmla="*/ 1548387 w 6543725"/>
              <a:gd name="connsiteY29" fmla="*/ 3042941 h 3533140"/>
              <a:gd name="connsiteX30" fmla="*/ 1339545 w 6543725"/>
              <a:gd name="connsiteY30" fmla="*/ 2901862 h 3533140"/>
              <a:gd name="connsiteX31" fmla="*/ 1142571 w 6543725"/>
              <a:gd name="connsiteY31" fmla="*/ 2745547 h 3533140"/>
              <a:gd name="connsiteX32" fmla="*/ 958308 w 6543725"/>
              <a:gd name="connsiteY32" fmla="*/ 2574836 h 3533140"/>
              <a:gd name="connsiteX33" fmla="*/ 787597 w 6543725"/>
              <a:gd name="connsiteY33" fmla="*/ 2390573 h 3533140"/>
              <a:gd name="connsiteX34" fmla="*/ 631281 w 6543725"/>
              <a:gd name="connsiteY34" fmla="*/ 2193600 h 3533140"/>
              <a:gd name="connsiteX35" fmla="*/ 490201 w 6543725"/>
              <a:gd name="connsiteY35" fmla="*/ 1984758 h 3533140"/>
              <a:gd name="connsiteX36" fmla="*/ 365200 w 6543725"/>
              <a:gd name="connsiteY36" fmla="*/ 1764890 h 3533140"/>
              <a:gd name="connsiteX37" fmla="*/ 257120 w 6543725"/>
              <a:gd name="connsiteY37" fmla="*/ 1534837 h 3533140"/>
              <a:gd name="connsiteX38" fmla="*/ 166802 w 6543725"/>
              <a:gd name="connsiteY38" fmla="*/ 1295442 h 3533140"/>
              <a:gd name="connsiteX39" fmla="*/ 95089 w 6543725"/>
              <a:gd name="connsiteY39" fmla="*/ 1047546 h 3533140"/>
              <a:gd name="connsiteX40" fmla="*/ 42823 w 6543725"/>
              <a:gd name="connsiteY40" fmla="*/ 791992 h 3533140"/>
              <a:gd name="connsiteX41" fmla="*/ 10846 w 6543725"/>
              <a:gd name="connsiteY41" fmla="*/ 529622 h 3533140"/>
              <a:gd name="connsiteX42" fmla="*/ 0 w 6543725"/>
              <a:gd name="connsiteY42" fmla="*/ 261277 h 3533140"/>
              <a:gd name="connsiteX43" fmla="*/ 10560 w 6543725"/>
              <a:gd name="connsiteY43" fmla="*/ 0 h 353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543725" h="3533140">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3" name="Text Placeholder 2"/>
          <p:cNvSpPr>
            <a:spLocks noGrp="1"/>
          </p:cNvSpPr>
          <p:nvPr>
            <p:ph type="body" idx="1" hasCustomPrompt="1"/>
          </p:nvPr>
        </p:nvSpPr>
        <p:spPr>
          <a:xfrm>
            <a:off x="2492756" y="566845"/>
            <a:ext cx="4118110" cy="199439"/>
          </a:xfrm>
        </p:spPr>
        <p:txBody>
          <a:bodyPr>
            <a:noAutofit/>
          </a:bodyPr>
          <a:lstStyle>
            <a:lvl1pPr marL="0" indent="0">
              <a:buNone/>
              <a:defRPr sz="1200" baseline="0">
                <a:solidFill>
                  <a:schemeClr val="tx1"/>
                </a:solidFill>
              </a:defRPr>
            </a:lvl1pPr>
            <a:lvl2pPr marL="342897" indent="0">
              <a:buNone/>
              <a:defRPr sz="1500">
                <a:solidFill>
                  <a:schemeClr val="tx1">
                    <a:tint val="75000"/>
                  </a:schemeClr>
                </a:solidFill>
              </a:defRPr>
            </a:lvl2pPr>
            <a:lvl3pPr marL="685793" indent="0">
              <a:buNone/>
              <a:defRPr sz="1350">
                <a:solidFill>
                  <a:schemeClr val="tx1">
                    <a:tint val="75000"/>
                  </a:schemeClr>
                </a:solidFill>
              </a:defRPr>
            </a:lvl3pPr>
            <a:lvl4pPr marL="1028690" indent="0">
              <a:buNone/>
              <a:defRPr sz="1200">
                <a:solidFill>
                  <a:schemeClr val="tx1">
                    <a:tint val="75000"/>
                  </a:schemeClr>
                </a:solidFill>
              </a:defRPr>
            </a:lvl4pPr>
            <a:lvl5pPr marL="1371586" indent="0">
              <a:buNone/>
              <a:defRPr sz="1200">
                <a:solidFill>
                  <a:schemeClr val="tx1">
                    <a:tint val="75000"/>
                  </a:schemeClr>
                </a:solidFill>
              </a:defRPr>
            </a:lvl5pPr>
            <a:lvl6pPr marL="1714483" indent="0">
              <a:buNone/>
              <a:defRPr sz="1200">
                <a:solidFill>
                  <a:schemeClr val="tx1">
                    <a:tint val="75000"/>
                  </a:schemeClr>
                </a:solidFill>
              </a:defRPr>
            </a:lvl6pPr>
            <a:lvl7pPr marL="2057379" indent="0">
              <a:buNone/>
              <a:defRPr sz="1200">
                <a:solidFill>
                  <a:schemeClr val="tx1">
                    <a:tint val="75000"/>
                  </a:schemeClr>
                </a:solidFill>
              </a:defRPr>
            </a:lvl7pPr>
            <a:lvl8pPr marL="2400276" indent="0">
              <a:buNone/>
              <a:defRPr sz="1200">
                <a:solidFill>
                  <a:schemeClr val="tx1">
                    <a:tint val="75000"/>
                  </a:schemeClr>
                </a:solidFill>
              </a:defRPr>
            </a:lvl8pPr>
            <a:lvl9pPr marL="2743173" indent="0">
              <a:buNone/>
              <a:defRPr sz="1200">
                <a:solidFill>
                  <a:schemeClr val="tx1">
                    <a:tint val="75000"/>
                  </a:schemeClr>
                </a:solidFill>
              </a:defRPr>
            </a:lvl9pPr>
          </a:lstStyle>
          <a:p>
            <a:pPr lvl="0"/>
            <a:r>
              <a:rPr lang="de-DE" dirty="0"/>
              <a:t>Kapitel</a:t>
            </a:r>
          </a:p>
        </p:txBody>
      </p:sp>
      <p:sp>
        <p:nvSpPr>
          <p:cNvPr id="2" name="Title 1"/>
          <p:cNvSpPr>
            <a:spLocks noGrp="1"/>
          </p:cNvSpPr>
          <p:nvPr>
            <p:ph type="title"/>
          </p:nvPr>
        </p:nvSpPr>
        <p:spPr>
          <a:xfrm>
            <a:off x="2492756" y="809999"/>
            <a:ext cx="4118110" cy="1853687"/>
          </a:xfrm>
          <a:prstGeom prst="rect">
            <a:avLst/>
          </a:prstGeom>
        </p:spPr>
        <p:txBody>
          <a:bodyPr anchor="t" anchorCtr="0"/>
          <a:lstStyle>
            <a:lvl1pPr>
              <a:defRPr sz="3200"/>
            </a:lvl1pPr>
          </a:lstStyle>
          <a:p>
            <a:r>
              <a:rPr lang="en-US"/>
              <a:t>Click to edit Master title style</a:t>
            </a:r>
            <a:endParaRPr lang="de-DE" dirty="0"/>
          </a:p>
        </p:txBody>
      </p:sp>
    </p:spTree>
    <p:extLst>
      <p:ext uri="{BB962C8B-B14F-4D97-AF65-F5344CB8AC3E}">
        <p14:creationId xmlns:p14="http://schemas.microsoft.com/office/powerpoint/2010/main" val="4068016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Unterkapitel">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422803" y="1749602"/>
            <a:ext cx="3026729" cy="199439"/>
          </a:xfrm>
        </p:spPr>
        <p:txBody>
          <a:bodyPr>
            <a:noAutofit/>
          </a:bodyPr>
          <a:lstStyle>
            <a:lvl1pPr marL="0" indent="0">
              <a:buNone/>
              <a:defRPr sz="1200" baseline="0">
                <a:solidFill>
                  <a:schemeClr val="bg1"/>
                </a:solidFill>
              </a:defRPr>
            </a:lvl1pPr>
            <a:lvl2pPr marL="342897" indent="0">
              <a:buNone/>
              <a:defRPr sz="1500">
                <a:solidFill>
                  <a:schemeClr val="tx1">
                    <a:tint val="75000"/>
                  </a:schemeClr>
                </a:solidFill>
              </a:defRPr>
            </a:lvl2pPr>
            <a:lvl3pPr marL="685793" indent="0">
              <a:buNone/>
              <a:defRPr sz="1350">
                <a:solidFill>
                  <a:schemeClr val="tx1">
                    <a:tint val="75000"/>
                  </a:schemeClr>
                </a:solidFill>
              </a:defRPr>
            </a:lvl3pPr>
            <a:lvl4pPr marL="1028690" indent="0">
              <a:buNone/>
              <a:defRPr sz="1200">
                <a:solidFill>
                  <a:schemeClr val="tx1">
                    <a:tint val="75000"/>
                  </a:schemeClr>
                </a:solidFill>
              </a:defRPr>
            </a:lvl4pPr>
            <a:lvl5pPr marL="1371586" indent="0">
              <a:buNone/>
              <a:defRPr sz="1200">
                <a:solidFill>
                  <a:schemeClr val="tx1">
                    <a:tint val="75000"/>
                  </a:schemeClr>
                </a:solidFill>
              </a:defRPr>
            </a:lvl5pPr>
            <a:lvl6pPr marL="1714483" indent="0">
              <a:buNone/>
              <a:defRPr sz="1200">
                <a:solidFill>
                  <a:schemeClr val="tx1">
                    <a:tint val="75000"/>
                  </a:schemeClr>
                </a:solidFill>
              </a:defRPr>
            </a:lvl6pPr>
            <a:lvl7pPr marL="2057379" indent="0">
              <a:buNone/>
              <a:defRPr sz="1200">
                <a:solidFill>
                  <a:schemeClr val="tx1">
                    <a:tint val="75000"/>
                  </a:schemeClr>
                </a:solidFill>
              </a:defRPr>
            </a:lvl7pPr>
            <a:lvl8pPr marL="2400276" indent="0">
              <a:buNone/>
              <a:defRPr sz="1200">
                <a:solidFill>
                  <a:schemeClr val="tx1">
                    <a:tint val="75000"/>
                  </a:schemeClr>
                </a:solidFill>
              </a:defRPr>
            </a:lvl8pPr>
            <a:lvl9pPr marL="2743173" indent="0">
              <a:buNone/>
              <a:defRPr sz="1200">
                <a:solidFill>
                  <a:schemeClr val="tx1">
                    <a:tint val="75000"/>
                  </a:schemeClr>
                </a:solidFill>
              </a:defRPr>
            </a:lvl9pPr>
          </a:lstStyle>
          <a:p>
            <a:pPr lvl="0"/>
            <a:r>
              <a:rPr lang="de-DE" dirty="0"/>
              <a:t>Unterkapitel</a:t>
            </a:r>
          </a:p>
        </p:txBody>
      </p:sp>
      <p:sp>
        <p:nvSpPr>
          <p:cNvPr id="2" name="Title 1"/>
          <p:cNvSpPr>
            <a:spLocks noGrp="1"/>
          </p:cNvSpPr>
          <p:nvPr>
            <p:ph type="title"/>
          </p:nvPr>
        </p:nvSpPr>
        <p:spPr>
          <a:xfrm>
            <a:off x="2422802" y="2025000"/>
            <a:ext cx="5526581" cy="810000"/>
          </a:xfrm>
          <a:prstGeom prst="rect">
            <a:avLst/>
          </a:prstGeom>
        </p:spPr>
        <p:txBody>
          <a:bodyPr anchor="t" anchorCtr="0"/>
          <a:lstStyle>
            <a:lvl1pPr>
              <a:defRPr sz="3200">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3708436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itat Layout">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15285CE5-013A-4554-99D3-E6E1B753071F}"/>
              </a:ext>
              <a:ext uri="{C183D7F6-B498-43B3-948B-1728B52AA6E4}">
                <adec:decorative xmlns:adec="http://schemas.microsoft.com/office/drawing/2017/decorative" val="1"/>
              </a:ext>
            </a:extLst>
          </p:cNvPr>
          <p:cNvSpPr/>
          <p:nvPr userDrawn="1"/>
        </p:nvSpPr>
        <p:spPr>
          <a:xfrm>
            <a:off x="329255" y="-1"/>
            <a:ext cx="7842289" cy="4234271"/>
          </a:xfrm>
          <a:custGeom>
            <a:avLst/>
            <a:gdLst>
              <a:gd name="connsiteX0" fmla="*/ 10560 w 6543725"/>
              <a:gd name="connsiteY0" fmla="*/ 0 h 3533140"/>
              <a:gd name="connsiteX1" fmla="*/ 6533165 w 6543725"/>
              <a:gd name="connsiteY1" fmla="*/ 0 h 3533140"/>
              <a:gd name="connsiteX2" fmla="*/ 6543725 w 6543725"/>
              <a:gd name="connsiteY2" fmla="*/ 261277 h 3533140"/>
              <a:gd name="connsiteX3" fmla="*/ 6532879 w 6543725"/>
              <a:gd name="connsiteY3" fmla="*/ 529622 h 3533140"/>
              <a:gd name="connsiteX4" fmla="*/ 6500902 w 6543725"/>
              <a:gd name="connsiteY4" fmla="*/ 791992 h 3533140"/>
              <a:gd name="connsiteX5" fmla="*/ 6448637 w 6543725"/>
              <a:gd name="connsiteY5" fmla="*/ 1047546 h 3533140"/>
              <a:gd name="connsiteX6" fmla="*/ 6376924 w 6543725"/>
              <a:gd name="connsiteY6" fmla="*/ 1295442 h 3533140"/>
              <a:gd name="connsiteX7" fmla="*/ 6286607 w 6543725"/>
              <a:gd name="connsiteY7" fmla="*/ 1534837 h 3533140"/>
              <a:gd name="connsiteX8" fmla="*/ 6178527 w 6543725"/>
              <a:gd name="connsiteY8" fmla="*/ 1764890 h 3533140"/>
              <a:gd name="connsiteX9" fmla="*/ 6053527 w 6543725"/>
              <a:gd name="connsiteY9" fmla="*/ 1984758 h 3533140"/>
              <a:gd name="connsiteX10" fmla="*/ 5912448 w 6543725"/>
              <a:gd name="connsiteY10" fmla="*/ 2193600 h 3533140"/>
              <a:gd name="connsiteX11" fmla="*/ 5756132 w 6543725"/>
              <a:gd name="connsiteY11" fmla="*/ 2390573 h 3533140"/>
              <a:gd name="connsiteX12" fmla="*/ 5585421 w 6543725"/>
              <a:gd name="connsiteY12" fmla="*/ 2574836 h 3533140"/>
              <a:gd name="connsiteX13" fmla="*/ 5401159 w 6543725"/>
              <a:gd name="connsiteY13" fmla="*/ 2745547 h 3533140"/>
              <a:gd name="connsiteX14" fmla="*/ 5204185 w 6543725"/>
              <a:gd name="connsiteY14" fmla="*/ 2901862 h 3533140"/>
              <a:gd name="connsiteX15" fmla="*/ 4995343 w 6543725"/>
              <a:gd name="connsiteY15" fmla="*/ 3042941 h 3533140"/>
              <a:gd name="connsiteX16" fmla="*/ 4775475 w 6543725"/>
              <a:gd name="connsiteY16" fmla="*/ 3167942 h 3533140"/>
              <a:gd name="connsiteX17" fmla="*/ 4545422 w 6543725"/>
              <a:gd name="connsiteY17" fmla="*/ 3276022 h 3533140"/>
              <a:gd name="connsiteX18" fmla="*/ 4306027 w 6543725"/>
              <a:gd name="connsiteY18" fmla="*/ 3366339 h 3533140"/>
              <a:gd name="connsiteX19" fmla="*/ 4058131 w 6543725"/>
              <a:gd name="connsiteY19" fmla="*/ 3438051 h 3533140"/>
              <a:gd name="connsiteX20" fmla="*/ 3802577 w 6543725"/>
              <a:gd name="connsiteY20" fmla="*/ 3490317 h 3533140"/>
              <a:gd name="connsiteX21" fmla="*/ 3540207 w 6543725"/>
              <a:gd name="connsiteY21" fmla="*/ 3522294 h 3533140"/>
              <a:gd name="connsiteX22" fmla="*/ 3271862 w 6543725"/>
              <a:gd name="connsiteY22" fmla="*/ 3533140 h 3533140"/>
              <a:gd name="connsiteX23" fmla="*/ 3003520 w 6543725"/>
              <a:gd name="connsiteY23" fmla="*/ 3522294 h 3533140"/>
              <a:gd name="connsiteX24" fmla="*/ 2741151 w 6543725"/>
              <a:gd name="connsiteY24" fmla="*/ 3490317 h 3533140"/>
              <a:gd name="connsiteX25" fmla="*/ 2485598 w 6543725"/>
              <a:gd name="connsiteY25" fmla="*/ 3438051 h 3533140"/>
              <a:gd name="connsiteX26" fmla="*/ 2237703 w 6543725"/>
              <a:gd name="connsiteY26" fmla="*/ 3366339 h 3533140"/>
              <a:gd name="connsiteX27" fmla="*/ 1998308 w 6543725"/>
              <a:gd name="connsiteY27" fmla="*/ 3276022 h 3533140"/>
              <a:gd name="connsiteX28" fmla="*/ 1768256 w 6543725"/>
              <a:gd name="connsiteY28" fmla="*/ 3167942 h 3533140"/>
              <a:gd name="connsiteX29" fmla="*/ 1548387 w 6543725"/>
              <a:gd name="connsiteY29" fmla="*/ 3042941 h 3533140"/>
              <a:gd name="connsiteX30" fmla="*/ 1339545 w 6543725"/>
              <a:gd name="connsiteY30" fmla="*/ 2901862 h 3533140"/>
              <a:gd name="connsiteX31" fmla="*/ 1142571 w 6543725"/>
              <a:gd name="connsiteY31" fmla="*/ 2745547 h 3533140"/>
              <a:gd name="connsiteX32" fmla="*/ 958308 w 6543725"/>
              <a:gd name="connsiteY32" fmla="*/ 2574836 h 3533140"/>
              <a:gd name="connsiteX33" fmla="*/ 787597 w 6543725"/>
              <a:gd name="connsiteY33" fmla="*/ 2390573 h 3533140"/>
              <a:gd name="connsiteX34" fmla="*/ 631281 w 6543725"/>
              <a:gd name="connsiteY34" fmla="*/ 2193600 h 3533140"/>
              <a:gd name="connsiteX35" fmla="*/ 490201 w 6543725"/>
              <a:gd name="connsiteY35" fmla="*/ 1984758 h 3533140"/>
              <a:gd name="connsiteX36" fmla="*/ 365200 w 6543725"/>
              <a:gd name="connsiteY36" fmla="*/ 1764890 h 3533140"/>
              <a:gd name="connsiteX37" fmla="*/ 257120 w 6543725"/>
              <a:gd name="connsiteY37" fmla="*/ 1534837 h 3533140"/>
              <a:gd name="connsiteX38" fmla="*/ 166802 w 6543725"/>
              <a:gd name="connsiteY38" fmla="*/ 1295442 h 3533140"/>
              <a:gd name="connsiteX39" fmla="*/ 95089 w 6543725"/>
              <a:gd name="connsiteY39" fmla="*/ 1047546 h 3533140"/>
              <a:gd name="connsiteX40" fmla="*/ 42823 w 6543725"/>
              <a:gd name="connsiteY40" fmla="*/ 791992 h 3533140"/>
              <a:gd name="connsiteX41" fmla="*/ 10846 w 6543725"/>
              <a:gd name="connsiteY41" fmla="*/ 529622 h 3533140"/>
              <a:gd name="connsiteX42" fmla="*/ 0 w 6543725"/>
              <a:gd name="connsiteY42" fmla="*/ 261277 h 3533140"/>
              <a:gd name="connsiteX43" fmla="*/ 10560 w 6543725"/>
              <a:gd name="connsiteY43" fmla="*/ 0 h 353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543725" h="3533140">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6" name="object 3">
            <a:extLst>
              <a:ext uri="{C183D7F6-B498-43B3-948B-1728B52AA6E4}">
                <adec:decorative xmlns:adec="http://schemas.microsoft.com/office/drawing/2017/decorative" val="1"/>
              </a:ext>
            </a:extLst>
          </p:cNvPr>
          <p:cNvSpPr>
            <a:spLocks noChangeAspect="1"/>
          </p:cNvSpPr>
          <p:nvPr userDrawn="1"/>
        </p:nvSpPr>
        <p:spPr>
          <a:xfrm>
            <a:off x="5700215" y="2594272"/>
            <a:ext cx="2049145" cy="2048400"/>
          </a:xfrm>
          <a:custGeom>
            <a:avLst/>
            <a:gdLst/>
            <a:ahLst/>
            <a:cxnLst/>
            <a:rect l="l" t="t" r="r" b="b"/>
            <a:pathLst>
              <a:path w="2049145" h="2049145">
                <a:moveTo>
                  <a:pt x="1024432" y="0"/>
                </a:moveTo>
                <a:lnTo>
                  <a:pt x="940414" y="3395"/>
                </a:lnTo>
                <a:lnTo>
                  <a:pt x="858266" y="13407"/>
                </a:lnTo>
                <a:lnTo>
                  <a:pt x="778251" y="29772"/>
                </a:lnTo>
                <a:lnTo>
                  <a:pt x="700635" y="52225"/>
                </a:lnTo>
                <a:lnTo>
                  <a:pt x="625679" y="80504"/>
                </a:lnTo>
                <a:lnTo>
                  <a:pt x="553649" y="114344"/>
                </a:lnTo>
                <a:lnTo>
                  <a:pt x="484808" y="153482"/>
                </a:lnTo>
                <a:lnTo>
                  <a:pt x="419418" y="197654"/>
                </a:lnTo>
                <a:lnTo>
                  <a:pt x="357745" y="246597"/>
                </a:lnTo>
                <a:lnTo>
                  <a:pt x="300051" y="300047"/>
                </a:lnTo>
                <a:lnTo>
                  <a:pt x="246601" y="357740"/>
                </a:lnTo>
                <a:lnTo>
                  <a:pt x="197657" y="419413"/>
                </a:lnTo>
                <a:lnTo>
                  <a:pt x="153485" y="484802"/>
                </a:lnTo>
                <a:lnTo>
                  <a:pt x="114346" y="553644"/>
                </a:lnTo>
                <a:lnTo>
                  <a:pt x="80505" y="625674"/>
                </a:lnTo>
                <a:lnTo>
                  <a:pt x="52226" y="700630"/>
                </a:lnTo>
                <a:lnTo>
                  <a:pt x="29773" y="778247"/>
                </a:lnTo>
                <a:lnTo>
                  <a:pt x="13408" y="858262"/>
                </a:lnTo>
                <a:lnTo>
                  <a:pt x="3396" y="940412"/>
                </a:lnTo>
                <a:lnTo>
                  <a:pt x="0" y="1024432"/>
                </a:lnTo>
                <a:lnTo>
                  <a:pt x="3396" y="1108453"/>
                </a:lnTo>
                <a:lnTo>
                  <a:pt x="13408" y="1190602"/>
                </a:lnTo>
                <a:lnTo>
                  <a:pt x="29773" y="1270617"/>
                </a:lnTo>
                <a:lnTo>
                  <a:pt x="52226" y="1348235"/>
                </a:lnTo>
                <a:lnTo>
                  <a:pt x="80505" y="1423190"/>
                </a:lnTo>
                <a:lnTo>
                  <a:pt x="114346" y="1495221"/>
                </a:lnTo>
                <a:lnTo>
                  <a:pt x="153485" y="1564063"/>
                </a:lnTo>
                <a:lnTo>
                  <a:pt x="197657" y="1629452"/>
                </a:lnTo>
                <a:lnTo>
                  <a:pt x="246601" y="1691125"/>
                </a:lnTo>
                <a:lnTo>
                  <a:pt x="300051" y="1748818"/>
                </a:lnTo>
                <a:lnTo>
                  <a:pt x="357745" y="1802268"/>
                </a:lnTo>
                <a:lnTo>
                  <a:pt x="419418" y="1851211"/>
                </a:lnTo>
                <a:lnTo>
                  <a:pt x="484808" y="1895383"/>
                </a:lnTo>
                <a:lnTo>
                  <a:pt x="553649" y="1934521"/>
                </a:lnTo>
                <a:lnTo>
                  <a:pt x="625679" y="1968361"/>
                </a:lnTo>
                <a:lnTo>
                  <a:pt x="700635" y="1996639"/>
                </a:lnTo>
                <a:lnTo>
                  <a:pt x="778251" y="2019093"/>
                </a:lnTo>
                <a:lnTo>
                  <a:pt x="858266" y="2035457"/>
                </a:lnTo>
                <a:lnTo>
                  <a:pt x="940414" y="2045469"/>
                </a:lnTo>
                <a:lnTo>
                  <a:pt x="1024432" y="2048865"/>
                </a:lnTo>
                <a:lnTo>
                  <a:pt x="1108453" y="2045469"/>
                </a:lnTo>
                <a:lnTo>
                  <a:pt x="1190602" y="2035457"/>
                </a:lnTo>
                <a:lnTo>
                  <a:pt x="1270617" y="2019093"/>
                </a:lnTo>
                <a:lnTo>
                  <a:pt x="1348235" y="1996639"/>
                </a:lnTo>
                <a:lnTo>
                  <a:pt x="1423190" y="1968361"/>
                </a:lnTo>
                <a:lnTo>
                  <a:pt x="1495221" y="1934521"/>
                </a:lnTo>
                <a:lnTo>
                  <a:pt x="1564063" y="1895383"/>
                </a:lnTo>
                <a:lnTo>
                  <a:pt x="1629452" y="1851211"/>
                </a:lnTo>
                <a:lnTo>
                  <a:pt x="1691125" y="1802268"/>
                </a:lnTo>
                <a:lnTo>
                  <a:pt x="1748818" y="1748818"/>
                </a:lnTo>
                <a:lnTo>
                  <a:pt x="1802268" y="1691125"/>
                </a:lnTo>
                <a:lnTo>
                  <a:pt x="1851211" y="1629452"/>
                </a:lnTo>
                <a:lnTo>
                  <a:pt x="1895383" y="1564063"/>
                </a:lnTo>
                <a:lnTo>
                  <a:pt x="1934521" y="1495221"/>
                </a:lnTo>
                <a:lnTo>
                  <a:pt x="1968361" y="1423190"/>
                </a:lnTo>
                <a:lnTo>
                  <a:pt x="1996639" y="1348235"/>
                </a:lnTo>
                <a:lnTo>
                  <a:pt x="2019093" y="1270617"/>
                </a:lnTo>
                <a:lnTo>
                  <a:pt x="2035457" y="1190602"/>
                </a:lnTo>
                <a:lnTo>
                  <a:pt x="2045469" y="1108453"/>
                </a:lnTo>
                <a:lnTo>
                  <a:pt x="2048865" y="1024432"/>
                </a:lnTo>
                <a:lnTo>
                  <a:pt x="2045469" y="940412"/>
                </a:lnTo>
                <a:lnTo>
                  <a:pt x="2035457" y="858262"/>
                </a:lnTo>
                <a:lnTo>
                  <a:pt x="2019093" y="778247"/>
                </a:lnTo>
                <a:lnTo>
                  <a:pt x="1996639" y="700630"/>
                </a:lnTo>
                <a:lnTo>
                  <a:pt x="1968361" y="625674"/>
                </a:lnTo>
                <a:lnTo>
                  <a:pt x="1934521" y="553644"/>
                </a:lnTo>
                <a:lnTo>
                  <a:pt x="1895383" y="484802"/>
                </a:lnTo>
                <a:lnTo>
                  <a:pt x="1851211" y="419413"/>
                </a:lnTo>
                <a:lnTo>
                  <a:pt x="1802268" y="357740"/>
                </a:lnTo>
                <a:lnTo>
                  <a:pt x="1748818" y="300047"/>
                </a:lnTo>
                <a:lnTo>
                  <a:pt x="1691125" y="246597"/>
                </a:lnTo>
                <a:lnTo>
                  <a:pt x="1629452" y="197654"/>
                </a:lnTo>
                <a:lnTo>
                  <a:pt x="1564063" y="153482"/>
                </a:lnTo>
                <a:lnTo>
                  <a:pt x="1495221" y="114344"/>
                </a:lnTo>
                <a:lnTo>
                  <a:pt x="1423190" y="80504"/>
                </a:lnTo>
                <a:lnTo>
                  <a:pt x="1348235" y="52225"/>
                </a:lnTo>
                <a:lnTo>
                  <a:pt x="1270617" y="29772"/>
                </a:lnTo>
                <a:lnTo>
                  <a:pt x="1190602" y="13407"/>
                </a:lnTo>
                <a:lnTo>
                  <a:pt x="1108453" y="3395"/>
                </a:lnTo>
                <a:lnTo>
                  <a:pt x="1024432" y="0"/>
                </a:lnTo>
                <a:close/>
              </a:path>
            </a:pathLst>
          </a:custGeom>
          <a:solidFill>
            <a:srgbClr val="FFFFFF"/>
          </a:solidFill>
        </p:spPr>
        <p:txBody>
          <a:bodyPr wrap="square" lIns="0" tIns="0" rIns="0" bIns="0" rtlCol="0"/>
          <a:lstStyle/>
          <a:p>
            <a:endParaRPr lang="de-DE" sz="1404" dirty="0"/>
          </a:p>
        </p:txBody>
      </p:sp>
      <p:pic>
        <p:nvPicPr>
          <p:cNvPr id="8" name="Grafik 7">
            <a:extLst>
              <a:ext uri="{FF2B5EF4-FFF2-40B4-BE49-F238E27FC236}">
                <a16:creationId xmlns:a16="http://schemas.microsoft.com/office/drawing/2014/main" id="{0B21D629-C43C-4D84-9C1B-3D969EC17A69}"/>
              </a:ext>
              <a:ext uri="{C183D7F6-B498-43B3-948B-1728B52AA6E4}">
                <adec:decorative xmlns:adec="http://schemas.microsoft.com/office/drawing/2017/decorative" val="1"/>
              </a:ext>
            </a:extLst>
          </p:cNvPr>
          <p:cNvPicPr>
            <a:picLocks noChangeAspect="1"/>
          </p:cNvPicPr>
          <p:nvPr userDrawn="1"/>
        </p:nvPicPr>
        <p:blipFill rotWithShape="1">
          <a:blip r:embed="rId2"/>
          <a:srcRect l="36172" t="52913" r="38079" b="30629"/>
          <a:stretch/>
        </p:blipFill>
        <p:spPr>
          <a:xfrm>
            <a:off x="6038986" y="3139196"/>
            <a:ext cx="1234977" cy="973953"/>
          </a:xfrm>
          <a:prstGeom prst="rect">
            <a:avLst/>
          </a:prstGeom>
        </p:spPr>
      </p:pic>
      <p:sp>
        <p:nvSpPr>
          <p:cNvPr id="9" name="Textplatzhalter 8"/>
          <p:cNvSpPr>
            <a:spLocks noGrp="1"/>
          </p:cNvSpPr>
          <p:nvPr>
            <p:ph type="body" sz="quarter" idx="13" hasCustomPrompt="1"/>
          </p:nvPr>
        </p:nvSpPr>
        <p:spPr>
          <a:xfrm>
            <a:off x="1695600" y="646043"/>
            <a:ext cx="4834626" cy="1863405"/>
          </a:xfrm>
        </p:spPr>
        <p:txBody>
          <a:bodyPr anchor="b" anchorCtr="0"/>
          <a:lstStyle>
            <a:lvl1pPr marL="0" indent="0">
              <a:lnSpc>
                <a:spcPct val="90000"/>
              </a:lnSpc>
              <a:spcBef>
                <a:spcPts val="0"/>
              </a:spcBef>
              <a:buNone/>
              <a:defRPr sz="3200" b="1" baseline="0">
                <a:solidFill>
                  <a:schemeClr val="bg1"/>
                </a:solidFill>
              </a:defRPr>
            </a:lvl1pPr>
            <a:lvl2pPr>
              <a:defRPr sz="3400" b="1">
                <a:solidFill>
                  <a:schemeClr val="bg1"/>
                </a:solidFill>
              </a:defRPr>
            </a:lvl2pPr>
            <a:lvl3pPr>
              <a:defRPr sz="3400" b="1">
                <a:solidFill>
                  <a:schemeClr val="bg1"/>
                </a:solidFill>
              </a:defRPr>
            </a:lvl3pPr>
            <a:lvl4pPr>
              <a:defRPr sz="3400" b="1">
                <a:solidFill>
                  <a:schemeClr val="bg1"/>
                </a:solidFill>
              </a:defRPr>
            </a:lvl4pPr>
            <a:lvl5pPr>
              <a:defRPr sz="3400" b="1">
                <a:solidFill>
                  <a:schemeClr val="bg1"/>
                </a:solidFill>
              </a:defRPr>
            </a:lvl5pPr>
          </a:lstStyle>
          <a:p>
            <a:pPr lvl="0"/>
            <a:r>
              <a:rPr lang="de-DE" dirty="0"/>
              <a:t>Zitat durch Klicken hinzufügen</a:t>
            </a:r>
          </a:p>
        </p:txBody>
      </p:sp>
      <p:sp>
        <p:nvSpPr>
          <p:cNvPr id="11" name="Textplatzhalter 10"/>
          <p:cNvSpPr>
            <a:spLocks noGrp="1"/>
          </p:cNvSpPr>
          <p:nvPr>
            <p:ph type="body" sz="quarter" idx="14" hasCustomPrompt="1"/>
          </p:nvPr>
        </p:nvSpPr>
        <p:spPr>
          <a:xfrm>
            <a:off x="1695603" y="2721601"/>
            <a:ext cx="3805721" cy="417595"/>
          </a:xfrm>
        </p:spPr>
        <p:txBody>
          <a:bodyPr/>
          <a:lstStyle>
            <a:lvl1pPr marL="0" indent="0">
              <a:spcBef>
                <a:spcPts val="0"/>
              </a:spcBef>
              <a:buNone/>
              <a:defRPr sz="1200" b="1">
                <a:solidFill>
                  <a:schemeClr val="bg1"/>
                </a:solidFill>
              </a:defRPr>
            </a:lvl1pPr>
          </a:lstStyle>
          <a:p>
            <a:pPr lvl="0"/>
            <a:r>
              <a:rPr lang="de-DE" dirty="0"/>
              <a:t>Name</a:t>
            </a:r>
          </a:p>
        </p:txBody>
      </p:sp>
      <p:sp>
        <p:nvSpPr>
          <p:cNvPr id="2" name="Datumsplatzhalter 1">
            <a:extLst>
              <a:ext uri="{FF2B5EF4-FFF2-40B4-BE49-F238E27FC236}">
                <a16:creationId xmlns:a16="http://schemas.microsoft.com/office/drawing/2014/main" id="{FB0D2932-C830-4590-B29B-5742FBD997C1}"/>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dirty="0"/>
          </a:p>
        </p:txBody>
      </p:sp>
      <p:sp>
        <p:nvSpPr>
          <p:cNvPr id="3" name="Fußzeilenplatzhalter 2">
            <a:extLst>
              <a:ext uri="{FF2B5EF4-FFF2-40B4-BE49-F238E27FC236}">
                <a16:creationId xmlns:a16="http://schemas.microsoft.com/office/drawing/2014/main" id="{34D61ED2-73BD-4AD8-B380-4A5B29526A23}"/>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your name</a:t>
            </a:r>
            <a:endParaRPr lang="en-US" dirty="0"/>
          </a:p>
        </p:txBody>
      </p:sp>
      <p:sp>
        <p:nvSpPr>
          <p:cNvPr id="4" name="Foliennummernplatzhalter 3">
            <a:extLst>
              <a:ext uri="{FF2B5EF4-FFF2-40B4-BE49-F238E27FC236}">
                <a16:creationId xmlns:a16="http://schemas.microsoft.com/office/drawing/2014/main" id="{FFB0679E-4298-42B0-A6D7-5DEAE17BE4B4}"/>
              </a:ext>
              <a:ext uri="{C183D7F6-B498-43B3-948B-1728B52AA6E4}">
                <adec:decorative xmlns:adec="http://schemas.microsoft.com/office/drawing/2017/decorative" val="1"/>
              </a:ext>
            </a:extLst>
          </p:cNvPr>
          <p:cNvSpPr>
            <a:spLocks noGrp="1"/>
          </p:cNvSpPr>
          <p:nvPr>
            <p:ph type="sldNum" sz="quarter" idx="17"/>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1884815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622D3E87-4D5E-42EE-BFAA-DEFADCE546B4}"/>
              </a:ext>
            </a:extLst>
          </p:cNvPr>
          <p:cNvSpPr>
            <a:spLocks noGrp="1"/>
          </p:cNvSpPr>
          <p:nvPr>
            <p:ph type="title"/>
          </p:nvPr>
        </p:nvSpPr>
        <p:spPr/>
        <p:txBody>
          <a:bodyPr/>
          <a:lstStyle/>
          <a:p>
            <a:r>
              <a:rPr lang="en-US"/>
              <a:t>Click to edit Master title style</a:t>
            </a:r>
            <a:endParaRPr lang="en-GB" dirty="0"/>
          </a:p>
        </p:txBody>
      </p:sp>
      <p:sp>
        <p:nvSpPr>
          <p:cNvPr id="10" name="Textplatzhalter 7">
            <a:extLst>
              <a:ext uri="{FF2B5EF4-FFF2-40B4-BE49-F238E27FC236}">
                <a16:creationId xmlns:a16="http://schemas.microsoft.com/office/drawing/2014/main" id="{5900F60D-1768-48E3-A1B5-14BBCB67FE0A}"/>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3960000" cy="37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Content Placeholder 3"/>
          <p:cNvSpPr>
            <a:spLocks noGrp="1"/>
          </p:cNvSpPr>
          <p:nvPr>
            <p:ph sz="half" idx="2"/>
          </p:nvPr>
        </p:nvSpPr>
        <p:spPr>
          <a:xfrm>
            <a:off x="4752200" y="1008000"/>
            <a:ext cx="3960000" cy="37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Datumsplatzhalter 4">
            <a:extLst>
              <a:ext uri="{FF2B5EF4-FFF2-40B4-BE49-F238E27FC236}">
                <a16:creationId xmlns:a16="http://schemas.microsoft.com/office/drawing/2014/main" id="{206E2BB5-9BA9-442E-9BF0-88AF7E35CB96}"/>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dirty="0"/>
          </a:p>
        </p:txBody>
      </p:sp>
      <p:sp>
        <p:nvSpPr>
          <p:cNvPr id="6" name="Fußzeilenplatzhalter 5">
            <a:extLst>
              <a:ext uri="{FF2B5EF4-FFF2-40B4-BE49-F238E27FC236}">
                <a16:creationId xmlns:a16="http://schemas.microsoft.com/office/drawing/2014/main" id="{68F3946B-2A28-4BD5-95D8-3381B554ABD2}"/>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your name</a:t>
            </a:r>
            <a:endParaRPr lang="en-US" dirty="0"/>
          </a:p>
        </p:txBody>
      </p:sp>
      <p:sp>
        <p:nvSpPr>
          <p:cNvPr id="7" name="Foliennummernplatzhalter 6">
            <a:extLst>
              <a:ext uri="{FF2B5EF4-FFF2-40B4-BE49-F238E27FC236}">
                <a16:creationId xmlns:a16="http://schemas.microsoft.com/office/drawing/2014/main" id="{CB82C5C2-88CF-4E85-87A1-3B28CBF33615}"/>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713935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5E59DF-9C98-443E-93E0-C25D5A93D369}"/>
              </a:ext>
            </a:extLst>
          </p:cNvPr>
          <p:cNvSpPr>
            <a:spLocks noGrp="1"/>
          </p:cNvSpPr>
          <p:nvPr>
            <p:ph type="title"/>
          </p:nvPr>
        </p:nvSpPr>
        <p:spPr/>
        <p:txBody>
          <a:bodyPr/>
          <a:lstStyle/>
          <a:p>
            <a:r>
              <a:rPr lang="en-US"/>
              <a:t>Click to edit Master title style</a:t>
            </a:r>
            <a:endParaRPr lang="en-GB" dirty="0"/>
          </a:p>
        </p:txBody>
      </p:sp>
      <p:sp>
        <p:nvSpPr>
          <p:cNvPr id="12" name="Textplatzhalter 7">
            <a:extLst>
              <a:ext uri="{FF2B5EF4-FFF2-40B4-BE49-F238E27FC236}">
                <a16:creationId xmlns:a16="http://schemas.microsoft.com/office/drawing/2014/main" id="{2FF756D6-45BE-4CA9-8D73-7DC21CF7EB0A}"/>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Text Placeholder 2"/>
          <p:cNvSpPr>
            <a:spLocks noGrp="1"/>
          </p:cNvSpPr>
          <p:nvPr>
            <p:ph type="body" idx="1"/>
          </p:nvPr>
        </p:nvSpPr>
        <p:spPr>
          <a:xfrm>
            <a:off x="468000" y="1008000"/>
            <a:ext cx="3960000" cy="215233"/>
          </a:xfrm>
        </p:spPr>
        <p:txBody>
          <a:bodyPr anchor="b"/>
          <a:lstStyle>
            <a:lvl1pPr marL="0" indent="0">
              <a:buNone/>
              <a:defRPr sz="1400" b="0" cap="all" baseline="0">
                <a:solidFill>
                  <a:schemeClr val="accent1"/>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68000" y="1296000"/>
            <a:ext cx="3960000" cy="34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4" name="Text Placeholder 2"/>
          <p:cNvSpPr>
            <a:spLocks noGrp="1"/>
          </p:cNvSpPr>
          <p:nvPr>
            <p:ph type="body" idx="14"/>
          </p:nvPr>
        </p:nvSpPr>
        <p:spPr>
          <a:xfrm>
            <a:off x="4752200" y="1008000"/>
            <a:ext cx="3960000" cy="215233"/>
          </a:xfrm>
        </p:spPr>
        <p:txBody>
          <a:bodyPr anchor="b"/>
          <a:lstStyle>
            <a:lvl1pPr marL="0" indent="0">
              <a:buNone/>
              <a:defRPr sz="1400" b="0" cap="all" baseline="0">
                <a:solidFill>
                  <a:schemeClr val="accent1"/>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15" name="Content Placeholder 3"/>
          <p:cNvSpPr>
            <a:spLocks noGrp="1"/>
          </p:cNvSpPr>
          <p:nvPr>
            <p:ph sz="half" idx="15"/>
          </p:nvPr>
        </p:nvSpPr>
        <p:spPr>
          <a:xfrm>
            <a:off x="4752200" y="1296000"/>
            <a:ext cx="3960000" cy="34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Datumsplatzhalter 6">
            <a:extLst>
              <a:ext uri="{FF2B5EF4-FFF2-40B4-BE49-F238E27FC236}">
                <a16:creationId xmlns:a16="http://schemas.microsoft.com/office/drawing/2014/main" id="{B2CBE68D-D329-4E19-9C98-F7528AD2591C}"/>
              </a:ext>
              <a:ext uri="{C183D7F6-B498-43B3-948B-1728B52AA6E4}">
                <adec:decorative xmlns:adec="http://schemas.microsoft.com/office/drawing/2017/decorative" val="1"/>
              </a:ext>
            </a:extLst>
          </p:cNvPr>
          <p:cNvSpPr>
            <a:spLocks noGrp="1"/>
          </p:cNvSpPr>
          <p:nvPr>
            <p:ph type="dt" sz="half" idx="16"/>
          </p:nvPr>
        </p:nvSpPr>
        <p:spPr/>
        <p:txBody>
          <a:bodyPr/>
          <a:lstStyle/>
          <a:p>
            <a:endParaRPr lang="en-US" dirty="0"/>
          </a:p>
        </p:txBody>
      </p:sp>
      <p:sp>
        <p:nvSpPr>
          <p:cNvPr id="8" name="Fußzeilenplatzhalter 7">
            <a:extLst>
              <a:ext uri="{FF2B5EF4-FFF2-40B4-BE49-F238E27FC236}">
                <a16:creationId xmlns:a16="http://schemas.microsoft.com/office/drawing/2014/main" id="{F8DCB646-1990-4A83-BF7F-7A829A5549E2}"/>
              </a:ext>
              <a:ext uri="{C183D7F6-B498-43B3-948B-1728B52AA6E4}">
                <adec:decorative xmlns:adec="http://schemas.microsoft.com/office/drawing/2017/decorative" val="1"/>
              </a:ext>
            </a:extLst>
          </p:cNvPr>
          <p:cNvSpPr>
            <a:spLocks noGrp="1"/>
          </p:cNvSpPr>
          <p:nvPr>
            <p:ph type="ftr" sz="quarter" idx="17"/>
          </p:nvPr>
        </p:nvSpPr>
        <p:spPr/>
        <p:txBody>
          <a:bodyPr/>
          <a:lstStyle/>
          <a:p>
            <a:r>
              <a:rPr lang="en-US"/>
              <a:t>your name</a:t>
            </a:r>
            <a:endParaRPr lang="en-US" dirty="0"/>
          </a:p>
        </p:txBody>
      </p:sp>
      <p:sp>
        <p:nvSpPr>
          <p:cNvPr id="9" name="Foliennummernplatzhalter 8">
            <a:extLst>
              <a:ext uri="{FF2B5EF4-FFF2-40B4-BE49-F238E27FC236}">
                <a16:creationId xmlns:a16="http://schemas.microsoft.com/office/drawing/2014/main" id="{88E22309-6A52-4A7C-99F1-CEE24DDAA3B1}"/>
              </a:ext>
              <a:ext uri="{C183D7F6-B498-43B3-948B-1728B52AA6E4}">
                <adec:decorative xmlns:adec="http://schemas.microsoft.com/office/drawing/2017/decorative" val="1"/>
              </a:ext>
            </a:extLst>
          </p:cNvPr>
          <p:cNvSpPr>
            <a:spLocks noGrp="1"/>
          </p:cNvSpPr>
          <p:nvPr>
            <p:ph type="sldNum" sz="quarter" idx="18"/>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3820413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er vertikal">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3E3249F-FD38-4D4D-9020-0251E0AF5910}"/>
              </a:ext>
            </a:extLst>
          </p:cNvPr>
          <p:cNvSpPr>
            <a:spLocks noGrp="1"/>
          </p:cNvSpPr>
          <p:nvPr>
            <p:ph type="title"/>
          </p:nvPr>
        </p:nvSpPr>
        <p:spPr/>
        <p:txBody>
          <a:bodyPr/>
          <a:lstStyle/>
          <a:p>
            <a:r>
              <a:rPr lang="en-US"/>
              <a:t>Click to edit Master title style</a:t>
            </a:r>
            <a:endParaRPr lang="en-GB" dirty="0"/>
          </a:p>
        </p:txBody>
      </p:sp>
      <p:sp>
        <p:nvSpPr>
          <p:cNvPr id="15" name="Textplatzhalter 7">
            <a:extLst>
              <a:ext uri="{FF2B5EF4-FFF2-40B4-BE49-F238E27FC236}">
                <a16:creationId xmlns:a16="http://schemas.microsoft.com/office/drawing/2014/main" id="{5501507C-4075-4224-82B8-ACF0E98687D5}"/>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4176000" cy="37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Bildplatzhalter 9"/>
          <p:cNvSpPr>
            <a:spLocks noGrp="1"/>
          </p:cNvSpPr>
          <p:nvPr>
            <p:ph type="pic" sz="quarter" idx="14"/>
          </p:nvPr>
        </p:nvSpPr>
        <p:spPr>
          <a:xfrm>
            <a:off x="4895688" y="1007999"/>
            <a:ext cx="3816512" cy="1790347"/>
          </a:xfrm>
          <a:solidFill>
            <a:schemeClr val="bg1">
              <a:lumMod val="95000"/>
            </a:schemeClr>
          </a:solidFill>
        </p:spPr>
        <p:txBody>
          <a:bodyPr/>
          <a:lstStyle/>
          <a:p>
            <a:r>
              <a:rPr lang="en-US"/>
              <a:t>Click icon to add picture</a:t>
            </a:r>
            <a:endParaRPr lang="en-US" dirty="0"/>
          </a:p>
        </p:txBody>
      </p:sp>
      <p:sp>
        <p:nvSpPr>
          <p:cNvPr id="11" name="Bildplatzhalter 9"/>
          <p:cNvSpPr>
            <a:spLocks noGrp="1"/>
          </p:cNvSpPr>
          <p:nvPr>
            <p:ph type="pic" sz="quarter" idx="15"/>
          </p:nvPr>
        </p:nvSpPr>
        <p:spPr>
          <a:xfrm>
            <a:off x="4895688" y="2863788"/>
            <a:ext cx="3816512" cy="1846800"/>
          </a:xfrm>
          <a:solidFill>
            <a:schemeClr val="bg1">
              <a:lumMod val="95000"/>
            </a:schemeClr>
          </a:solidFill>
        </p:spPr>
        <p:txBody>
          <a:bodyPr/>
          <a:lstStyle/>
          <a:p>
            <a:r>
              <a:rPr lang="en-US"/>
              <a:t>Click icon to add picture</a:t>
            </a:r>
            <a:endParaRPr lang="en-US" dirty="0"/>
          </a:p>
        </p:txBody>
      </p:sp>
      <p:sp>
        <p:nvSpPr>
          <p:cNvPr id="5" name="Datumsplatzhalter 4">
            <a:extLst>
              <a:ext uri="{FF2B5EF4-FFF2-40B4-BE49-F238E27FC236}">
                <a16:creationId xmlns:a16="http://schemas.microsoft.com/office/drawing/2014/main" id="{E7E3EDDE-398D-41B9-A10F-453325866567}"/>
              </a:ext>
              <a:ext uri="{C183D7F6-B498-43B3-948B-1728B52AA6E4}">
                <adec:decorative xmlns:adec="http://schemas.microsoft.com/office/drawing/2017/decorative" val="1"/>
              </a:ext>
            </a:extLst>
          </p:cNvPr>
          <p:cNvSpPr>
            <a:spLocks noGrp="1"/>
          </p:cNvSpPr>
          <p:nvPr>
            <p:ph type="dt" sz="half" idx="16"/>
          </p:nvPr>
        </p:nvSpPr>
        <p:spPr/>
        <p:txBody>
          <a:bodyPr/>
          <a:lstStyle/>
          <a:p>
            <a:endParaRPr lang="en-US" dirty="0"/>
          </a:p>
        </p:txBody>
      </p:sp>
      <p:sp>
        <p:nvSpPr>
          <p:cNvPr id="6" name="Fußzeilenplatzhalter 5">
            <a:extLst>
              <a:ext uri="{FF2B5EF4-FFF2-40B4-BE49-F238E27FC236}">
                <a16:creationId xmlns:a16="http://schemas.microsoft.com/office/drawing/2014/main" id="{AC2BA180-4C39-40A0-8618-13F12EACFD96}"/>
              </a:ext>
              <a:ext uri="{C183D7F6-B498-43B3-948B-1728B52AA6E4}">
                <adec:decorative xmlns:adec="http://schemas.microsoft.com/office/drawing/2017/decorative" val="1"/>
              </a:ext>
            </a:extLst>
          </p:cNvPr>
          <p:cNvSpPr>
            <a:spLocks noGrp="1"/>
          </p:cNvSpPr>
          <p:nvPr>
            <p:ph type="ftr" sz="quarter" idx="17"/>
          </p:nvPr>
        </p:nvSpPr>
        <p:spPr/>
        <p:txBody>
          <a:bodyPr/>
          <a:lstStyle/>
          <a:p>
            <a:r>
              <a:rPr lang="en-US"/>
              <a:t>your name</a:t>
            </a:r>
            <a:endParaRPr lang="en-US" dirty="0"/>
          </a:p>
        </p:txBody>
      </p:sp>
      <p:sp>
        <p:nvSpPr>
          <p:cNvPr id="7" name="Foliennummernplatzhalter 6">
            <a:extLst>
              <a:ext uri="{FF2B5EF4-FFF2-40B4-BE49-F238E27FC236}">
                <a16:creationId xmlns:a16="http://schemas.microsoft.com/office/drawing/2014/main" id="{1872E9CC-06C1-4D8B-AB4D-A9861EE14CCE}"/>
              </a:ext>
              <a:ext uri="{C183D7F6-B498-43B3-948B-1728B52AA6E4}">
                <adec:decorative xmlns:adec="http://schemas.microsoft.com/office/drawing/2017/decorative" val="1"/>
              </a:ext>
            </a:extLst>
          </p:cNvPr>
          <p:cNvSpPr>
            <a:spLocks noGrp="1"/>
          </p:cNvSpPr>
          <p:nvPr>
            <p:ph type="sldNum" sz="quarter" idx="18"/>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1582386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und Bild Hochforma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301769-7A5F-4726-A7DE-F0F6415EC062}"/>
              </a:ext>
            </a:extLst>
          </p:cNvPr>
          <p:cNvSpPr>
            <a:spLocks noGrp="1"/>
          </p:cNvSpPr>
          <p:nvPr>
            <p:ph type="title"/>
          </p:nvPr>
        </p:nvSpPr>
        <p:spPr/>
        <p:txBody>
          <a:bodyPr/>
          <a:lstStyle/>
          <a:p>
            <a:r>
              <a:rPr lang="en-US"/>
              <a:t>Click to edit Master title style</a:t>
            </a:r>
            <a:endParaRPr lang="en-GB" dirty="0"/>
          </a:p>
        </p:txBody>
      </p:sp>
      <p:sp>
        <p:nvSpPr>
          <p:cNvPr id="12" name="Textplatzhalter 7">
            <a:extLst>
              <a:ext uri="{FF2B5EF4-FFF2-40B4-BE49-F238E27FC236}">
                <a16:creationId xmlns:a16="http://schemas.microsoft.com/office/drawing/2014/main" id="{6BEED840-629E-4E70-924A-3F5FA272B6BC}"/>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4176860" cy="37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10" name="Bildplatzhalter 9"/>
          <p:cNvSpPr>
            <a:spLocks noGrp="1"/>
          </p:cNvSpPr>
          <p:nvPr>
            <p:ph type="pic" sz="quarter" idx="14"/>
          </p:nvPr>
        </p:nvSpPr>
        <p:spPr>
          <a:xfrm>
            <a:off x="4895688" y="1008000"/>
            <a:ext cx="3816512" cy="3708000"/>
          </a:xfrm>
          <a:solidFill>
            <a:schemeClr val="bg1">
              <a:lumMod val="95000"/>
            </a:schemeClr>
          </a:solidFill>
        </p:spPr>
        <p:txBody>
          <a:bodyPr/>
          <a:lstStyle/>
          <a:p>
            <a:r>
              <a:rPr lang="en-US"/>
              <a:t>Click icon to add picture</a:t>
            </a:r>
            <a:endParaRPr lang="en-US" dirty="0"/>
          </a:p>
        </p:txBody>
      </p:sp>
      <p:sp>
        <p:nvSpPr>
          <p:cNvPr id="5" name="Datumsplatzhalter 4">
            <a:extLst>
              <a:ext uri="{FF2B5EF4-FFF2-40B4-BE49-F238E27FC236}">
                <a16:creationId xmlns:a16="http://schemas.microsoft.com/office/drawing/2014/main" id="{2DF8F059-7A22-4E0F-8B79-7FC499F692CA}"/>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dirty="0"/>
          </a:p>
        </p:txBody>
      </p:sp>
      <p:sp>
        <p:nvSpPr>
          <p:cNvPr id="6" name="Fußzeilenplatzhalter 5">
            <a:extLst>
              <a:ext uri="{FF2B5EF4-FFF2-40B4-BE49-F238E27FC236}">
                <a16:creationId xmlns:a16="http://schemas.microsoft.com/office/drawing/2014/main" id="{1E88CB11-71F8-486D-B638-C22AA2EAFCC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your name</a:t>
            </a:r>
            <a:endParaRPr lang="en-US" dirty="0"/>
          </a:p>
        </p:txBody>
      </p:sp>
      <p:sp>
        <p:nvSpPr>
          <p:cNvPr id="7" name="Foliennummernplatzhalter 6">
            <a:extLst>
              <a:ext uri="{FF2B5EF4-FFF2-40B4-BE49-F238E27FC236}">
                <a16:creationId xmlns:a16="http://schemas.microsoft.com/office/drawing/2014/main" id="{CCB930EF-1FFF-436D-9D19-8CEE6022B7CC}"/>
              </a:ext>
              <a:ext uri="{C183D7F6-B498-43B3-948B-1728B52AA6E4}">
                <adec:decorative xmlns:adec="http://schemas.microsoft.com/office/drawing/2017/decorative" val="1"/>
              </a:ext>
            </a:extLst>
          </p:cNvPr>
          <p:cNvSpPr>
            <a:spLocks noGrp="1"/>
          </p:cNvSpPr>
          <p:nvPr>
            <p:ph type="sldNum" sz="quarter" idx="17"/>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2229656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Bilder">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3CA99B5-A2F2-4F10-9CFB-140C563A4A28}"/>
              </a:ext>
            </a:extLst>
          </p:cNvPr>
          <p:cNvSpPr>
            <a:spLocks noGrp="1"/>
          </p:cNvSpPr>
          <p:nvPr>
            <p:ph type="title"/>
          </p:nvPr>
        </p:nvSpPr>
        <p:spPr/>
        <p:txBody>
          <a:bodyPr/>
          <a:lstStyle/>
          <a:p>
            <a:r>
              <a:rPr lang="en-US"/>
              <a:t>Click to edit Master title style</a:t>
            </a:r>
            <a:endParaRPr lang="en-GB" dirty="0"/>
          </a:p>
        </p:txBody>
      </p:sp>
      <p:sp>
        <p:nvSpPr>
          <p:cNvPr id="15" name="Textplatzhalter 7">
            <a:extLst>
              <a:ext uri="{FF2B5EF4-FFF2-40B4-BE49-F238E27FC236}">
                <a16:creationId xmlns:a16="http://schemas.microsoft.com/office/drawing/2014/main" id="{F23A02F9-9EFB-40DA-A6A9-B4AB8316E8D8}"/>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13" name="Bildplatzhalter 7"/>
          <p:cNvSpPr>
            <a:spLocks noGrp="1"/>
          </p:cNvSpPr>
          <p:nvPr>
            <p:ph type="pic" sz="quarter" idx="19"/>
          </p:nvPr>
        </p:nvSpPr>
        <p:spPr>
          <a:xfrm>
            <a:off x="0" y="951548"/>
            <a:ext cx="3240000" cy="2073600"/>
          </a:xfrm>
          <a:solidFill>
            <a:schemeClr val="bg1">
              <a:lumMod val="95000"/>
            </a:schemeClr>
          </a:solidFill>
        </p:spPr>
        <p:txBody>
          <a:bodyPr/>
          <a:lstStyle/>
          <a:p>
            <a:r>
              <a:rPr lang="en-US"/>
              <a:t>Click icon to add picture</a:t>
            </a:r>
            <a:endParaRPr lang="en-US" dirty="0"/>
          </a:p>
        </p:txBody>
      </p:sp>
      <p:sp>
        <p:nvSpPr>
          <p:cNvPr id="10" name="Bildplatzhalter 7"/>
          <p:cNvSpPr>
            <a:spLocks noGrp="1"/>
          </p:cNvSpPr>
          <p:nvPr>
            <p:ph type="pic" sz="quarter" idx="16"/>
          </p:nvPr>
        </p:nvSpPr>
        <p:spPr>
          <a:xfrm>
            <a:off x="3240003" y="951548"/>
            <a:ext cx="3239999" cy="2073600"/>
          </a:xfrm>
          <a:solidFill>
            <a:schemeClr val="bg1">
              <a:lumMod val="95000"/>
            </a:schemeClr>
          </a:solidFill>
        </p:spPr>
        <p:txBody>
          <a:bodyPr/>
          <a:lstStyle/>
          <a:p>
            <a:r>
              <a:rPr lang="en-US"/>
              <a:t>Click icon to add picture</a:t>
            </a:r>
            <a:endParaRPr lang="en-US" dirty="0"/>
          </a:p>
        </p:txBody>
      </p:sp>
      <p:sp>
        <p:nvSpPr>
          <p:cNvPr id="14" name="Bildplatzhalter 7"/>
          <p:cNvSpPr>
            <a:spLocks noGrp="1"/>
          </p:cNvSpPr>
          <p:nvPr>
            <p:ph type="pic" sz="quarter" idx="20"/>
          </p:nvPr>
        </p:nvSpPr>
        <p:spPr>
          <a:xfrm>
            <a:off x="0" y="3038621"/>
            <a:ext cx="3240000" cy="2104879"/>
          </a:xfrm>
          <a:solidFill>
            <a:schemeClr val="bg1">
              <a:lumMod val="95000"/>
            </a:schemeClr>
          </a:solidFill>
        </p:spPr>
        <p:txBody>
          <a:bodyPr/>
          <a:lstStyle/>
          <a:p>
            <a:r>
              <a:rPr lang="en-US"/>
              <a:t>Click icon to add picture</a:t>
            </a:r>
            <a:endParaRPr lang="en-US" dirty="0"/>
          </a:p>
        </p:txBody>
      </p:sp>
      <p:sp>
        <p:nvSpPr>
          <p:cNvPr id="11" name="Bildplatzhalter 7"/>
          <p:cNvSpPr>
            <a:spLocks noGrp="1"/>
          </p:cNvSpPr>
          <p:nvPr>
            <p:ph type="pic" sz="quarter" idx="17"/>
          </p:nvPr>
        </p:nvSpPr>
        <p:spPr>
          <a:xfrm>
            <a:off x="3240000" y="3038621"/>
            <a:ext cx="3240000" cy="2104879"/>
          </a:xfrm>
          <a:solidFill>
            <a:schemeClr val="bg1">
              <a:lumMod val="95000"/>
            </a:schemeClr>
          </a:solidFill>
        </p:spPr>
        <p:txBody>
          <a:bodyPr/>
          <a:lstStyle/>
          <a:p>
            <a:r>
              <a:rPr lang="en-US"/>
              <a:t>Click icon to add picture</a:t>
            </a:r>
            <a:endParaRPr lang="en-US" dirty="0"/>
          </a:p>
        </p:txBody>
      </p:sp>
      <p:sp>
        <p:nvSpPr>
          <p:cNvPr id="12" name="Bildplatzhalter 7"/>
          <p:cNvSpPr>
            <a:spLocks noGrp="1"/>
          </p:cNvSpPr>
          <p:nvPr>
            <p:ph type="pic" sz="quarter" idx="18"/>
          </p:nvPr>
        </p:nvSpPr>
        <p:spPr>
          <a:xfrm>
            <a:off x="6480000" y="951549"/>
            <a:ext cx="2664000" cy="4191953"/>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689817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mit runden Bilder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A8DCC85-4928-492C-BEE7-FC5B55B32E11}"/>
              </a:ext>
            </a:extLst>
          </p:cNvPr>
          <p:cNvSpPr>
            <a:spLocks noGrp="1"/>
          </p:cNvSpPr>
          <p:nvPr>
            <p:ph type="title"/>
          </p:nvPr>
        </p:nvSpPr>
        <p:spPr/>
        <p:txBody>
          <a:bodyPr/>
          <a:lstStyle/>
          <a:p>
            <a:r>
              <a:rPr lang="en-US"/>
              <a:t>Click to edit Master title style</a:t>
            </a:r>
            <a:endParaRPr lang="en-GB"/>
          </a:p>
        </p:txBody>
      </p:sp>
      <p:sp>
        <p:nvSpPr>
          <p:cNvPr id="8" name="Bildplatzhalter 7"/>
          <p:cNvSpPr>
            <a:spLocks noGrp="1" noChangeAspect="1"/>
          </p:cNvSpPr>
          <p:nvPr>
            <p:ph type="pic" sz="quarter" idx="14"/>
          </p:nvPr>
        </p:nvSpPr>
        <p:spPr>
          <a:xfrm>
            <a:off x="482226" y="957295"/>
            <a:ext cx="1080000" cy="1080000"/>
          </a:xfrm>
          <a:prstGeom prst="ellipse">
            <a:avLst/>
          </a:prstGeom>
          <a:solidFill>
            <a:schemeClr val="bg1">
              <a:lumMod val="95000"/>
            </a:schemeClr>
          </a:solidFill>
        </p:spPr>
        <p:txBody>
          <a:bodyPr tIns="0"/>
          <a:lstStyle>
            <a:lvl1pPr marL="0" indent="0" algn="ctr">
              <a:buNone/>
              <a:defRPr sz="1000"/>
            </a:lvl1pPr>
          </a:lstStyle>
          <a:p>
            <a:r>
              <a:rPr lang="en-US"/>
              <a:t>Click icon to add picture</a:t>
            </a:r>
            <a:endParaRPr lang="en-US" dirty="0"/>
          </a:p>
        </p:txBody>
      </p:sp>
      <p:sp>
        <p:nvSpPr>
          <p:cNvPr id="12" name="Textplatzhalter 10"/>
          <p:cNvSpPr>
            <a:spLocks noGrp="1"/>
          </p:cNvSpPr>
          <p:nvPr>
            <p:ph type="body" sz="quarter" idx="16"/>
          </p:nvPr>
        </p:nvSpPr>
        <p:spPr>
          <a:xfrm>
            <a:off x="1818000" y="957295"/>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1" name="Bildplatzhalter 7"/>
          <p:cNvSpPr>
            <a:spLocks noGrp="1" noChangeAspect="1"/>
          </p:cNvSpPr>
          <p:nvPr>
            <p:ph type="pic" sz="quarter" idx="17"/>
          </p:nvPr>
        </p:nvSpPr>
        <p:spPr>
          <a:xfrm>
            <a:off x="482226" y="2284074"/>
            <a:ext cx="1080000" cy="1080000"/>
          </a:xfrm>
          <a:prstGeom prst="ellipse">
            <a:avLst/>
          </a:prstGeom>
          <a:solidFill>
            <a:schemeClr val="bg1">
              <a:lumMod val="95000"/>
            </a:schemeClr>
          </a:solidFill>
        </p:spPr>
        <p:txBody>
          <a:bodyPr tIns="0"/>
          <a:lstStyle>
            <a:lvl1pPr marL="0" indent="0" algn="ctr">
              <a:buNone/>
              <a:defRPr sz="1000"/>
            </a:lvl1pPr>
          </a:lstStyle>
          <a:p>
            <a:r>
              <a:rPr lang="en-US"/>
              <a:t>Click icon to add picture</a:t>
            </a:r>
            <a:endParaRPr lang="en-US" dirty="0"/>
          </a:p>
        </p:txBody>
      </p:sp>
      <p:sp>
        <p:nvSpPr>
          <p:cNvPr id="22" name="Textplatzhalter 10"/>
          <p:cNvSpPr>
            <a:spLocks noGrp="1"/>
          </p:cNvSpPr>
          <p:nvPr>
            <p:ph type="body" sz="quarter" idx="18"/>
          </p:nvPr>
        </p:nvSpPr>
        <p:spPr>
          <a:xfrm>
            <a:off x="1818000" y="2284074"/>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3" name="Bildplatzhalter 7"/>
          <p:cNvSpPr>
            <a:spLocks noGrp="1" noChangeAspect="1"/>
          </p:cNvSpPr>
          <p:nvPr>
            <p:ph type="pic" sz="quarter" idx="19"/>
          </p:nvPr>
        </p:nvSpPr>
        <p:spPr>
          <a:xfrm>
            <a:off x="482226" y="3610853"/>
            <a:ext cx="1080000" cy="1080000"/>
          </a:xfrm>
          <a:prstGeom prst="ellipse">
            <a:avLst/>
          </a:prstGeom>
          <a:solidFill>
            <a:schemeClr val="bg1">
              <a:lumMod val="95000"/>
            </a:schemeClr>
          </a:solidFill>
        </p:spPr>
        <p:txBody>
          <a:bodyPr tIns="0"/>
          <a:lstStyle>
            <a:lvl1pPr marL="0" indent="0" algn="ctr">
              <a:buNone/>
              <a:defRPr sz="1000"/>
            </a:lvl1pPr>
          </a:lstStyle>
          <a:p>
            <a:r>
              <a:rPr lang="en-US"/>
              <a:t>Click icon to add picture</a:t>
            </a:r>
            <a:endParaRPr lang="en-US" dirty="0"/>
          </a:p>
        </p:txBody>
      </p:sp>
      <p:sp>
        <p:nvSpPr>
          <p:cNvPr id="24" name="Textplatzhalter 10"/>
          <p:cNvSpPr>
            <a:spLocks noGrp="1"/>
          </p:cNvSpPr>
          <p:nvPr>
            <p:ph type="body" sz="quarter" idx="20"/>
          </p:nvPr>
        </p:nvSpPr>
        <p:spPr>
          <a:xfrm>
            <a:off x="1818000" y="3610853"/>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3" name="Datumsplatzhalter 2">
            <a:extLst>
              <a:ext uri="{FF2B5EF4-FFF2-40B4-BE49-F238E27FC236}">
                <a16:creationId xmlns:a16="http://schemas.microsoft.com/office/drawing/2014/main" id="{F041223F-B856-4F2D-B33F-55E181107BB9}"/>
              </a:ext>
              <a:ext uri="{C183D7F6-B498-43B3-948B-1728B52AA6E4}">
                <adec:decorative xmlns:adec="http://schemas.microsoft.com/office/drawing/2017/decorative" val="1"/>
              </a:ext>
            </a:extLst>
          </p:cNvPr>
          <p:cNvSpPr>
            <a:spLocks noGrp="1"/>
          </p:cNvSpPr>
          <p:nvPr>
            <p:ph type="dt" sz="half" idx="21"/>
          </p:nvPr>
        </p:nvSpPr>
        <p:spPr/>
        <p:txBody>
          <a:bodyPr/>
          <a:lstStyle/>
          <a:p>
            <a:endParaRPr lang="en-US" dirty="0"/>
          </a:p>
        </p:txBody>
      </p:sp>
      <p:sp>
        <p:nvSpPr>
          <p:cNvPr id="4" name="Fußzeilenplatzhalter 3">
            <a:extLst>
              <a:ext uri="{FF2B5EF4-FFF2-40B4-BE49-F238E27FC236}">
                <a16:creationId xmlns:a16="http://schemas.microsoft.com/office/drawing/2014/main" id="{A7EA4A0D-C2FB-47F4-9B26-8F461218AB4E}"/>
              </a:ext>
              <a:ext uri="{C183D7F6-B498-43B3-948B-1728B52AA6E4}">
                <adec:decorative xmlns:adec="http://schemas.microsoft.com/office/drawing/2017/decorative" val="1"/>
              </a:ext>
            </a:extLst>
          </p:cNvPr>
          <p:cNvSpPr>
            <a:spLocks noGrp="1"/>
          </p:cNvSpPr>
          <p:nvPr>
            <p:ph type="ftr" sz="quarter" idx="22"/>
          </p:nvPr>
        </p:nvSpPr>
        <p:spPr/>
        <p:txBody>
          <a:bodyPr/>
          <a:lstStyle/>
          <a:p>
            <a:r>
              <a:rPr lang="en-US"/>
              <a:t>your name</a:t>
            </a:r>
            <a:endParaRPr lang="en-US" dirty="0"/>
          </a:p>
        </p:txBody>
      </p:sp>
      <p:sp>
        <p:nvSpPr>
          <p:cNvPr id="5" name="Foliennummernplatzhalter 4">
            <a:extLst>
              <a:ext uri="{FF2B5EF4-FFF2-40B4-BE49-F238E27FC236}">
                <a16:creationId xmlns:a16="http://schemas.microsoft.com/office/drawing/2014/main" id="{B6C06C85-60EC-4B14-BA0F-EDC84B2B91DC}"/>
              </a:ext>
              <a:ext uri="{C183D7F6-B498-43B3-948B-1728B52AA6E4}">
                <adec:decorative xmlns:adec="http://schemas.microsoft.com/office/drawing/2017/decorative" val="1"/>
              </a:ext>
            </a:extLst>
          </p:cNvPr>
          <p:cNvSpPr>
            <a:spLocks noGrp="1"/>
          </p:cNvSpPr>
          <p:nvPr>
            <p:ph type="sldNum" sz="quarter" idx="23"/>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3232070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mit eckigen Bilder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792EEEF-D15B-42F6-B267-A355CF4E4DBF}"/>
              </a:ext>
            </a:extLst>
          </p:cNvPr>
          <p:cNvSpPr>
            <a:spLocks noGrp="1"/>
          </p:cNvSpPr>
          <p:nvPr>
            <p:ph type="title"/>
          </p:nvPr>
        </p:nvSpPr>
        <p:spPr/>
        <p:txBody>
          <a:bodyPr/>
          <a:lstStyle/>
          <a:p>
            <a:r>
              <a:rPr lang="en-US"/>
              <a:t>Click to edit Master title style</a:t>
            </a:r>
            <a:endParaRPr lang="en-GB" dirty="0"/>
          </a:p>
        </p:txBody>
      </p:sp>
      <p:sp>
        <p:nvSpPr>
          <p:cNvPr id="8" name="Bildplatzhalter 7"/>
          <p:cNvSpPr>
            <a:spLocks noGrp="1"/>
          </p:cNvSpPr>
          <p:nvPr>
            <p:ph type="pic" sz="quarter" idx="14"/>
          </p:nvPr>
        </p:nvSpPr>
        <p:spPr>
          <a:xfrm>
            <a:off x="476250" y="958620"/>
            <a:ext cx="1440000" cy="1080000"/>
          </a:xfrm>
          <a:prstGeom prst="rect">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2" name="Textplatzhalter 10"/>
          <p:cNvSpPr>
            <a:spLocks noGrp="1"/>
          </p:cNvSpPr>
          <p:nvPr>
            <p:ph type="body" sz="quarter" idx="16"/>
          </p:nvPr>
        </p:nvSpPr>
        <p:spPr>
          <a:xfrm>
            <a:off x="2144110" y="958621"/>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Bildplatzhalter 7"/>
          <p:cNvSpPr>
            <a:spLocks noGrp="1"/>
          </p:cNvSpPr>
          <p:nvPr>
            <p:ph type="pic" sz="quarter" idx="21"/>
          </p:nvPr>
        </p:nvSpPr>
        <p:spPr>
          <a:xfrm>
            <a:off x="476250" y="2294605"/>
            <a:ext cx="1440000" cy="1080000"/>
          </a:xfrm>
          <a:prstGeom prst="rect">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4" name="Textplatzhalter 10"/>
          <p:cNvSpPr>
            <a:spLocks noGrp="1"/>
          </p:cNvSpPr>
          <p:nvPr>
            <p:ph type="body" sz="quarter" idx="22"/>
          </p:nvPr>
        </p:nvSpPr>
        <p:spPr>
          <a:xfrm>
            <a:off x="2144110" y="2294605"/>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5" name="Bildplatzhalter 7"/>
          <p:cNvSpPr>
            <a:spLocks noGrp="1"/>
          </p:cNvSpPr>
          <p:nvPr>
            <p:ph type="pic" sz="quarter" idx="23"/>
          </p:nvPr>
        </p:nvSpPr>
        <p:spPr>
          <a:xfrm>
            <a:off x="476250" y="3630591"/>
            <a:ext cx="1440000" cy="1080000"/>
          </a:xfrm>
          <a:prstGeom prst="rect">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6" name="Textplatzhalter 10"/>
          <p:cNvSpPr>
            <a:spLocks noGrp="1"/>
          </p:cNvSpPr>
          <p:nvPr>
            <p:ph type="body" sz="quarter" idx="24"/>
          </p:nvPr>
        </p:nvSpPr>
        <p:spPr>
          <a:xfrm>
            <a:off x="2144110" y="3630591"/>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3" name="Datumsplatzhalter 2">
            <a:extLst>
              <a:ext uri="{FF2B5EF4-FFF2-40B4-BE49-F238E27FC236}">
                <a16:creationId xmlns:a16="http://schemas.microsoft.com/office/drawing/2014/main" id="{ACD3CBA4-59F9-43FE-B9A3-E46A94884193}"/>
              </a:ext>
              <a:ext uri="{C183D7F6-B498-43B3-948B-1728B52AA6E4}">
                <adec:decorative xmlns:adec="http://schemas.microsoft.com/office/drawing/2017/decorative" val="1"/>
              </a:ext>
            </a:extLst>
          </p:cNvPr>
          <p:cNvSpPr>
            <a:spLocks noGrp="1"/>
          </p:cNvSpPr>
          <p:nvPr>
            <p:ph type="dt" sz="half" idx="25"/>
          </p:nvPr>
        </p:nvSpPr>
        <p:spPr/>
        <p:txBody>
          <a:bodyPr/>
          <a:lstStyle/>
          <a:p>
            <a:endParaRPr lang="en-US" dirty="0"/>
          </a:p>
        </p:txBody>
      </p:sp>
      <p:sp>
        <p:nvSpPr>
          <p:cNvPr id="4" name="Fußzeilenplatzhalter 3">
            <a:extLst>
              <a:ext uri="{FF2B5EF4-FFF2-40B4-BE49-F238E27FC236}">
                <a16:creationId xmlns:a16="http://schemas.microsoft.com/office/drawing/2014/main" id="{61B283E1-50F0-49B0-8DF6-75C63CEBE817}"/>
              </a:ext>
              <a:ext uri="{C183D7F6-B498-43B3-948B-1728B52AA6E4}">
                <adec:decorative xmlns:adec="http://schemas.microsoft.com/office/drawing/2017/decorative" val="1"/>
              </a:ext>
            </a:extLst>
          </p:cNvPr>
          <p:cNvSpPr>
            <a:spLocks noGrp="1"/>
          </p:cNvSpPr>
          <p:nvPr>
            <p:ph type="ftr" sz="quarter" idx="26"/>
          </p:nvPr>
        </p:nvSpPr>
        <p:spPr/>
        <p:txBody>
          <a:bodyPr/>
          <a:lstStyle/>
          <a:p>
            <a:r>
              <a:rPr lang="en-US"/>
              <a:t>your name</a:t>
            </a:r>
            <a:endParaRPr lang="en-US" dirty="0"/>
          </a:p>
        </p:txBody>
      </p:sp>
      <p:sp>
        <p:nvSpPr>
          <p:cNvPr id="5" name="Foliennummernplatzhalter 4">
            <a:extLst>
              <a:ext uri="{FF2B5EF4-FFF2-40B4-BE49-F238E27FC236}">
                <a16:creationId xmlns:a16="http://schemas.microsoft.com/office/drawing/2014/main" id="{06D0D84A-45A2-45C5-9990-3E4AD01156C6}"/>
              </a:ext>
              <a:ext uri="{C183D7F6-B498-43B3-948B-1728B52AA6E4}">
                <adec:decorative xmlns:adec="http://schemas.microsoft.com/office/drawing/2017/decorative" val="1"/>
              </a:ext>
            </a:extLst>
          </p:cNvPr>
          <p:cNvSpPr>
            <a:spLocks noGrp="1"/>
          </p:cNvSpPr>
          <p:nvPr>
            <p:ph type="sldNum" sz="quarter" idx="27"/>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2853123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369BABE-C34D-4B71-ABE7-625BE220F249}"/>
              </a:ext>
            </a:extLst>
          </p:cNvPr>
          <p:cNvSpPr>
            <a:spLocks noGrp="1"/>
          </p:cNvSpPr>
          <p:nvPr>
            <p:ph type="title"/>
          </p:nvPr>
        </p:nvSpPr>
        <p:spPr/>
        <p:txBody>
          <a:bodyPr/>
          <a:lstStyle/>
          <a:p>
            <a:r>
              <a:rPr lang="en-US"/>
              <a:t>Click to edit Master title style</a:t>
            </a:r>
            <a:endParaRPr lang="en-GB" dirty="0"/>
          </a:p>
        </p:txBody>
      </p:sp>
      <p:sp>
        <p:nvSpPr>
          <p:cNvPr id="16" name="Textplatzhalter 7">
            <a:extLst>
              <a:ext uri="{FF2B5EF4-FFF2-40B4-BE49-F238E27FC236}">
                <a16:creationId xmlns:a16="http://schemas.microsoft.com/office/drawing/2014/main" id="{4F73F404-72E1-4BC9-B71C-D15CC679050E}"/>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475247" y="2084206"/>
            <a:ext cx="2814039"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8" name="Bildplatzhalter 7">
            <a:extLst>
              <a:ext uri="{C183D7F6-B498-43B3-948B-1728B52AA6E4}">
                <adec:decorative xmlns:adec="http://schemas.microsoft.com/office/drawing/2017/decorative" val="1"/>
              </a:ext>
            </a:extLst>
          </p:cNvPr>
          <p:cNvSpPr>
            <a:spLocks noGrp="1" noChangeAspect="1"/>
          </p:cNvSpPr>
          <p:nvPr>
            <p:ph type="pic" sz="quarter" idx="14"/>
          </p:nvPr>
        </p:nvSpPr>
        <p:spPr>
          <a:xfrm>
            <a:off x="1162266" y="1287711"/>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1" name="Textplatzhalter 10"/>
          <p:cNvSpPr>
            <a:spLocks noGrp="1"/>
          </p:cNvSpPr>
          <p:nvPr>
            <p:ph type="body" sz="quarter" idx="15" hasCustomPrompt="1"/>
          </p:nvPr>
        </p:nvSpPr>
        <p:spPr>
          <a:xfrm>
            <a:off x="720000" y="2893320"/>
            <a:ext cx="234029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240001"/>
            <a:ext cx="234029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1" name="Rechteck 20">
            <a:extLst>
              <a:ext uri="{C183D7F6-B498-43B3-948B-1728B52AA6E4}">
                <adec:decorative xmlns:adec="http://schemas.microsoft.com/office/drawing/2017/decorative" val="1"/>
              </a:ext>
            </a:extLst>
          </p:cNvPr>
          <p:cNvSpPr/>
          <p:nvPr userDrawn="1"/>
        </p:nvSpPr>
        <p:spPr>
          <a:xfrm>
            <a:off x="3896479" y="2084206"/>
            <a:ext cx="2814039"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2" name="Bildplatzhalter 7">
            <a:extLst>
              <a:ext uri="{C183D7F6-B498-43B3-948B-1728B52AA6E4}">
                <adec:decorative xmlns:adec="http://schemas.microsoft.com/office/drawing/2017/decorative" val="1"/>
              </a:ext>
            </a:extLst>
          </p:cNvPr>
          <p:cNvSpPr>
            <a:spLocks noGrp="1" noChangeAspect="1"/>
          </p:cNvSpPr>
          <p:nvPr>
            <p:ph type="pic" sz="quarter" idx="17"/>
          </p:nvPr>
        </p:nvSpPr>
        <p:spPr>
          <a:xfrm>
            <a:off x="4583498" y="1287711"/>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23" name="Textplatzhalter 10"/>
          <p:cNvSpPr>
            <a:spLocks noGrp="1"/>
          </p:cNvSpPr>
          <p:nvPr>
            <p:ph type="body" sz="quarter" idx="18" hasCustomPrompt="1"/>
          </p:nvPr>
        </p:nvSpPr>
        <p:spPr>
          <a:xfrm>
            <a:off x="4134251" y="2893320"/>
            <a:ext cx="234029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4" name="Textplatzhalter 10"/>
          <p:cNvSpPr>
            <a:spLocks noGrp="1"/>
          </p:cNvSpPr>
          <p:nvPr>
            <p:ph type="body" sz="quarter" idx="19" hasCustomPrompt="1"/>
          </p:nvPr>
        </p:nvSpPr>
        <p:spPr>
          <a:xfrm>
            <a:off x="4134251" y="3240001"/>
            <a:ext cx="234029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 name="Datumsplatzhalter 2">
            <a:extLst>
              <a:ext uri="{FF2B5EF4-FFF2-40B4-BE49-F238E27FC236}">
                <a16:creationId xmlns:a16="http://schemas.microsoft.com/office/drawing/2014/main" id="{64C6E7FA-754C-4DF3-93CA-A5652D6FD484}"/>
              </a:ext>
              <a:ext uri="{C183D7F6-B498-43B3-948B-1728B52AA6E4}">
                <adec:decorative xmlns:adec="http://schemas.microsoft.com/office/drawing/2017/decorative" val="1"/>
              </a:ext>
            </a:extLst>
          </p:cNvPr>
          <p:cNvSpPr>
            <a:spLocks noGrp="1"/>
          </p:cNvSpPr>
          <p:nvPr>
            <p:ph type="dt" sz="half" idx="20"/>
          </p:nvPr>
        </p:nvSpPr>
        <p:spPr/>
        <p:txBody>
          <a:bodyPr/>
          <a:lstStyle/>
          <a:p>
            <a:endParaRPr lang="en-US" dirty="0"/>
          </a:p>
        </p:txBody>
      </p:sp>
      <p:sp>
        <p:nvSpPr>
          <p:cNvPr id="4" name="Fußzeilenplatzhalter 3">
            <a:extLst>
              <a:ext uri="{FF2B5EF4-FFF2-40B4-BE49-F238E27FC236}">
                <a16:creationId xmlns:a16="http://schemas.microsoft.com/office/drawing/2014/main" id="{98860014-FD67-49D7-8E52-32B98F4DBE8B}"/>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your name</a:t>
            </a:r>
            <a:endParaRPr lang="en-US" dirty="0"/>
          </a:p>
        </p:txBody>
      </p:sp>
      <p:sp>
        <p:nvSpPr>
          <p:cNvPr id="5" name="Foliennummernplatzhalter 4">
            <a:extLst>
              <a:ext uri="{FF2B5EF4-FFF2-40B4-BE49-F238E27FC236}">
                <a16:creationId xmlns:a16="http://schemas.microsoft.com/office/drawing/2014/main" id="{8F6E0B2A-3E4B-42AD-A666-EE9AC24DBFA2}"/>
              </a:ext>
              <a:ext uri="{C183D7F6-B498-43B3-948B-1728B52AA6E4}">
                <adec:decorative xmlns:adec="http://schemas.microsoft.com/office/drawing/2017/decorative" val="1"/>
              </a:ext>
            </a:extLst>
          </p:cNvPr>
          <p:cNvSpPr>
            <a:spLocks noGrp="1"/>
          </p:cNvSpPr>
          <p:nvPr>
            <p:ph type="sldNum" sz="quarter" idx="22"/>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1246589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8B00749-49F7-4FC9-AE55-9A89B4673F2B}"/>
              </a:ext>
            </a:extLst>
          </p:cNvPr>
          <p:cNvSpPr>
            <a:spLocks noGrp="1"/>
          </p:cNvSpPr>
          <p:nvPr>
            <p:ph type="title"/>
          </p:nvPr>
        </p:nvSpPr>
        <p:spPr/>
        <p:txBody>
          <a:bodyPr/>
          <a:lstStyle/>
          <a:p>
            <a:r>
              <a:rPr lang="en-US"/>
              <a:t>Click to edit Master title style</a:t>
            </a:r>
            <a:endParaRPr lang="en-GB" dirty="0"/>
          </a:p>
        </p:txBody>
      </p:sp>
      <p:sp>
        <p:nvSpPr>
          <p:cNvPr id="25" name="Textplatzhalter 7">
            <a:extLst>
              <a:ext uri="{FF2B5EF4-FFF2-40B4-BE49-F238E27FC236}">
                <a16:creationId xmlns:a16="http://schemas.microsoft.com/office/drawing/2014/main" id="{234A045F-25D1-4F69-800A-3EC98AD24806}"/>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475246" y="2084206"/>
            <a:ext cx="2520000"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1" name="Bildplatzhalter 7">
            <a:extLst>
              <a:ext uri="{FF2B5EF4-FFF2-40B4-BE49-F238E27FC236}">
                <a16:creationId xmlns:a16="http://schemas.microsoft.com/office/drawing/2014/main" id="{0CCFCC13-9E94-4A8E-927E-B90EB96934B9}"/>
              </a:ext>
              <a:ext uri="{C183D7F6-B498-43B3-948B-1728B52AA6E4}">
                <adec:decorative xmlns:adec="http://schemas.microsoft.com/office/drawing/2017/decorative" val="1"/>
              </a:ext>
            </a:extLst>
          </p:cNvPr>
          <p:cNvSpPr>
            <a:spLocks noGrp="1" noChangeAspect="1"/>
          </p:cNvSpPr>
          <p:nvPr>
            <p:ph type="pic" sz="quarter" idx="14"/>
          </p:nvPr>
        </p:nvSpPr>
        <p:spPr>
          <a:xfrm>
            <a:off x="1015246" y="1287711"/>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1" name="Textplatzhalter 10"/>
          <p:cNvSpPr>
            <a:spLocks noGrp="1"/>
          </p:cNvSpPr>
          <p:nvPr>
            <p:ph type="body" sz="quarter" idx="15" hasCustomPrompt="1"/>
          </p:nvPr>
        </p:nvSpPr>
        <p:spPr>
          <a:xfrm>
            <a:off x="720000"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3" name="Rechteck 12">
            <a:extLst>
              <a:ext uri="{C183D7F6-B498-43B3-948B-1728B52AA6E4}">
                <adec:decorative xmlns:adec="http://schemas.microsoft.com/office/drawing/2017/decorative" val="1"/>
              </a:ext>
            </a:extLst>
          </p:cNvPr>
          <p:cNvSpPr/>
          <p:nvPr userDrawn="1"/>
        </p:nvSpPr>
        <p:spPr>
          <a:xfrm>
            <a:off x="3335345" y="2084206"/>
            <a:ext cx="2520000"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2" name="Bildplatzhalter 7">
            <a:extLst>
              <a:ext uri="{FF2B5EF4-FFF2-40B4-BE49-F238E27FC236}">
                <a16:creationId xmlns:a16="http://schemas.microsoft.com/office/drawing/2014/main" id="{34D29721-8BC0-4D90-A4F3-75A72451E902}"/>
              </a:ext>
              <a:ext uri="{C183D7F6-B498-43B3-948B-1728B52AA6E4}">
                <adec:decorative xmlns:adec="http://schemas.microsoft.com/office/drawing/2017/decorative" val="1"/>
              </a:ext>
            </a:extLst>
          </p:cNvPr>
          <p:cNvSpPr>
            <a:spLocks noGrp="1" noChangeAspect="1"/>
          </p:cNvSpPr>
          <p:nvPr>
            <p:ph type="pic" sz="quarter" idx="17"/>
          </p:nvPr>
        </p:nvSpPr>
        <p:spPr>
          <a:xfrm>
            <a:off x="3875345" y="1287711"/>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5" name="Textplatzhalter 10"/>
          <p:cNvSpPr>
            <a:spLocks noGrp="1"/>
          </p:cNvSpPr>
          <p:nvPr>
            <p:ph type="body" sz="quarter" idx="18" hasCustomPrompt="1"/>
          </p:nvPr>
        </p:nvSpPr>
        <p:spPr>
          <a:xfrm>
            <a:off x="3576609"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6" name="Textplatzhalter 10"/>
          <p:cNvSpPr>
            <a:spLocks noGrp="1"/>
          </p:cNvSpPr>
          <p:nvPr>
            <p:ph type="body" sz="quarter" idx="19" hasCustomPrompt="1"/>
          </p:nvPr>
        </p:nvSpPr>
        <p:spPr>
          <a:xfrm>
            <a:off x="3576609"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7" name="Rechteck 16">
            <a:extLst>
              <a:ext uri="{C183D7F6-B498-43B3-948B-1728B52AA6E4}">
                <adec:decorative xmlns:adec="http://schemas.microsoft.com/office/drawing/2017/decorative" val="1"/>
              </a:ext>
            </a:extLst>
          </p:cNvPr>
          <p:cNvSpPr/>
          <p:nvPr userDrawn="1"/>
        </p:nvSpPr>
        <p:spPr>
          <a:xfrm>
            <a:off x="6195444" y="2084205"/>
            <a:ext cx="2520000" cy="26263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3" name="Bildplatzhalter 7">
            <a:extLst>
              <a:ext uri="{FF2B5EF4-FFF2-40B4-BE49-F238E27FC236}">
                <a16:creationId xmlns:a16="http://schemas.microsoft.com/office/drawing/2014/main" id="{01CD30C1-0EF4-4BAD-97BF-FFFDBEF2C182}"/>
              </a:ext>
              <a:ext uri="{C183D7F6-B498-43B3-948B-1728B52AA6E4}">
                <adec:decorative xmlns:adec="http://schemas.microsoft.com/office/drawing/2017/decorative" val="1"/>
              </a:ext>
            </a:extLst>
          </p:cNvPr>
          <p:cNvSpPr>
            <a:spLocks noGrp="1" noChangeAspect="1"/>
          </p:cNvSpPr>
          <p:nvPr>
            <p:ph type="pic" sz="quarter" idx="23"/>
          </p:nvPr>
        </p:nvSpPr>
        <p:spPr>
          <a:xfrm>
            <a:off x="6735444" y="1287711"/>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9" name="Textplatzhalter 10"/>
          <p:cNvSpPr>
            <a:spLocks noGrp="1"/>
          </p:cNvSpPr>
          <p:nvPr>
            <p:ph type="body" sz="quarter" idx="21" hasCustomPrompt="1"/>
          </p:nvPr>
        </p:nvSpPr>
        <p:spPr>
          <a:xfrm>
            <a:off x="6433218"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Textplatzhalter 10"/>
          <p:cNvSpPr>
            <a:spLocks noGrp="1"/>
          </p:cNvSpPr>
          <p:nvPr>
            <p:ph type="body" sz="quarter" idx="22" hasCustomPrompt="1"/>
          </p:nvPr>
        </p:nvSpPr>
        <p:spPr>
          <a:xfrm>
            <a:off x="6433218"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 name="Datumsplatzhalter 2">
            <a:extLst>
              <a:ext uri="{FF2B5EF4-FFF2-40B4-BE49-F238E27FC236}">
                <a16:creationId xmlns:a16="http://schemas.microsoft.com/office/drawing/2014/main" id="{D591F39C-640C-4E49-B63D-92C6ECC9859D}"/>
              </a:ext>
              <a:ext uri="{C183D7F6-B498-43B3-948B-1728B52AA6E4}">
                <adec:decorative xmlns:adec="http://schemas.microsoft.com/office/drawing/2017/decorative" val="1"/>
              </a:ext>
            </a:extLst>
          </p:cNvPr>
          <p:cNvSpPr>
            <a:spLocks noGrp="1"/>
          </p:cNvSpPr>
          <p:nvPr>
            <p:ph type="dt" sz="half" idx="24"/>
          </p:nvPr>
        </p:nvSpPr>
        <p:spPr/>
        <p:txBody>
          <a:bodyPr/>
          <a:lstStyle/>
          <a:p>
            <a:endParaRPr lang="en-US" dirty="0"/>
          </a:p>
        </p:txBody>
      </p:sp>
      <p:sp>
        <p:nvSpPr>
          <p:cNvPr id="4" name="Fußzeilenplatzhalter 3">
            <a:extLst>
              <a:ext uri="{FF2B5EF4-FFF2-40B4-BE49-F238E27FC236}">
                <a16:creationId xmlns:a16="http://schemas.microsoft.com/office/drawing/2014/main" id="{73628DAD-2434-49AB-A1E0-F2225C4690EA}"/>
              </a:ext>
              <a:ext uri="{C183D7F6-B498-43B3-948B-1728B52AA6E4}">
                <adec:decorative xmlns:adec="http://schemas.microsoft.com/office/drawing/2017/decorative" val="1"/>
              </a:ext>
            </a:extLst>
          </p:cNvPr>
          <p:cNvSpPr>
            <a:spLocks noGrp="1"/>
          </p:cNvSpPr>
          <p:nvPr>
            <p:ph type="ftr" sz="quarter" idx="25"/>
          </p:nvPr>
        </p:nvSpPr>
        <p:spPr/>
        <p:txBody>
          <a:bodyPr/>
          <a:lstStyle/>
          <a:p>
            <a:r>
              <a:rPr lang="en-US"/>
              <a:t>your name</a:t>
            </a:r>
            <a:endParaRPr lang="en-US" dirty="0"/>
          </a:p>
        </p:txBody>
      </p:sp>
      <p:sp>
        <p:nvSpPr>
          <p:cNvPr id="5" name="Foliennummernplatzhalter 4">
            <a:extLst>
              <a:ext uri="{FF2B5EF4-FFF2-40B4-BE49-F238E27FC236}">
                <a16:creationId xmlns:a16="http://schemas.microsoft.com/office/drawing/2014/main" id="{41B1ECFF-6681-442D-8B7C-82576D3E28D9}"/>
              </a:ext>
              <a:ext uri="{C183D7F6-B498-43B3-948B-1728B52AA6E4}">
                <adec:decorative xmlns:adec="http://schemas.microsoft.com/office/drawing/2017/decorative" val="1"/>
              </a:ext>
            </a:extLst>
          </p:cNvPr>
          <p:cNvSpPr>
            <a:spLocks noGrp="1"/>
          </p:cNvSpPr>
          <p:nvPr>
            <p:ph type="sldNum" sz="quarter" idx="26"/>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703217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00D522C-4936-4859-8D4D-0C55FD55D08F}"/>
              </a:ext>
            </a:extLst>
          </p:cNvPr>
          <p:cNvSpPr>
            <a:spLocks noGrp="1"/>
          </p:cNvSpPr>
          <p:nvPr>
            <p:ph type="title"/>
          </p:nvPr>
        </p:nvSpPr>
        <p:spPr/>
        <p:txBody>
          <a:bodyPr/>
          <a:lstStyle/>
          <a:p>
            <a:r>
              <a:rPr lang="en-US"/>
              <a:t>Click to edit Master title style</a:t>
            </a:r>
            <a:endParaRPr lang="en-GB" dirty="0"/>
          </a:p>
        </p:txBody>
      </p:sp>
      <p:sp>
        <p:nvSpPr>
          <p:cNvPr id="29" name="Textplatzhalter 7">
            <a:extLst>
              <a:ext uri="{FF2B5EF4-FFF2-40B4-BE49-F238E27FC236}">
                <a16:creationId xmlns:a16="http://schemas.microsoft.com/office/drawing/2014/main" id="{51AA1992-9A0E-4E06-BCFA-97D889E62091}"/>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p:cNvSpPr/>
          <p:nvPr userDrawn="1"/>
        </p:nvSpPr>
        <p:spPr>
          <a:xfrm>
            <a:off x="466728" y="2084206"/>
            <a:ext cx="2031501"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3" name="Bildplatzhalter 7">
            <a:extLst>
              <a:ext uri="{FF2B5EF4-FFF2-40B4-BE49-F238E27FC236}">
                <a16:creationId xmlns:a16="http://schemas.microsoft.com/office/drawing/2014/main" id="{8148DC21-4CB2-4171-8B0E-7865619CB5BB}"/>
              </a:ext>
              <a:ext uri="{C183D7F6-B498-43B3-948B-1728B52AA6E4}">
                <adec:decorative xmlns:adec="http://schemas.microsoft.com/office/drawing/2017/decorative" val="1"/>
              </a:ext>
            </a:extLst>
          </p:cNvPr>
          <p:cNvSpPr>
            <a:spLocks noGrp="1" noChangeAspect="1"/>
          </p:cNvSpPr>
          <p:nvPr>
            <p:ph type="pic" sz="quarter" idx="14"/>
          </p:nvPr>
        </p:nvSpPr>
        <p:spPr>
          <a:xfrm>
            <a:off x="832678" y="1287711"/>
            <a:ext cx="1299600" cy="12996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1" name="Textplatzhalter 10"/>
          <p:cNvSpPr>
            <a:spLocks noGrp="1"/>
          </p:cNvSpPr>
          <p:nvPr>
            <p:ph type="body" sz="quarter" idx="15" hasCustomPrompt="1"/>
          </p:nvPr>
        </p:nvSpPr>
        <p:spPr>
          <a:xfrm>
            <a:off x="669981"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669981"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4" name="Rechteck 23">
            <a:extLst>
              <a:ext uri="{C183D7F6-B498-43B3-948B-1728B52AA6E4}">
                <adec:decorative xmlns:adec="http://schemas.microsoft.com/office/drawing/2017/decorative" val="1"/>
              </a:ext>
            </a:extLst>
          </p:cNvPr>
          <p:cNvSpPr/>
          <p:nvPr userDrawn="1"/>
        </p:nvSpPr>
        <p:spPr>
          <a:xfrm>
            <a:off x="2556630"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7" name="Bildplatzhalter 7">
            <a:extLst>
              <a:ext uri="{FF2B5EF4-FFF2-40B4-BE49-F238E27FC236}">
                <a16:creationId xmlns:a16="http://schemas.microsoft.com/office/drawing/2014/main" id="{515DA547-D380-4DDE-8F77-C8902B702291}"/>
              </a:ext>
              <a:ext uri="{C183D7F6-B498-43B3-948B-1728B52AA6E4}">
                <adec:decorative xmlns:adec="http://schemas.microsoft.com/office/drawing/2017/decorative" val="1"/>
              </a:ext>
            </a:extLst>
          </p:cNvPr>
          <p:cNvSpPr>
            <a:spLocks noGrp="1" noChangeAspect="1"/>
          </p:cNvSpPr>
          <p:nvPr>
            <p:ph type="pic" sz="quarter" idx="26"/>
          </p:nvPr>
        </p:nvSpPr>
        <p:spPr>
          <a:xfrm>
            <a:off x="2914830" y="1287711"/>
            <a:ext cx="1299600" cy="12996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26" name="Textplatzhalter 10"/>
          <p:cNvSpPr>
            <a:spLocks noGrp="1"/>
          </p:cNvSpPr>
          <p:nvPr>
            <p:ph type="body" sz="quarter" idx="18" hasCustomPrompt="1"/>
          </p:nvPr>
        </p:nvSpPr>
        <p:spPr>
          <a:xfrm>
            <a:off x="2752133"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7" name="Textplatzhalter 10"/>
          <p:cNvSpPr>
            <a:spLocks noGrp="1"/>
          </p:cNvSpPr>
          <p:nvPr>
            <p:ph type="body" sz="quarter" idx="19" hasCustomPrompt="1"/>
          </p:nvPr>
        </p:nvSpPr>
        <p:spPr>
          <a:xfrm>
            <a:off x="2752133"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8" name="Rechteck 27">
            <a:extLst>
              <a:ext uri="{C183D7F6-B498-43B3-948B-1728B52AA6E4}">
                <adec:decorative xmlns:adec="http://schemas.microsoft.com/office/drawing/2017/decorative" val="1"/>
              </a:ext>
            </a:extLst>
          </p:cNvPr>
          <p:cNvSpPr/>
          <p:nvPr userDrawn="1"/>
        </p:nvSpPr>
        <p:spPr>
          <a:xfrm>
            <a:off x="4631031"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8" name="Bildplatzhalter 7">
            <a:extLst>
              <a:ext uri="{FF2B5EF4-FFF2-40B4-BE49-F238E27FC236}">
                <a16:creationId xmlns:a16="http://schemas.microsoft.com/office/drawing/2014/main" id="{27A38D11-8E8E-44F4-9460-58E87F53EFA8}"/>
              </a:ext>
              <a:ext uri="{C183D7F6-B498-43B3-948B-1728B52AA6E4}">
                <adec:decorative xmlns:adec="http://schemas.microsoft.com/office/drawing/2017/decorative" val="1"/>
              </a:ext>
            </a:extLst>
          </p:cNvPr>
          <p:cNvSpPr>
            <a:spLocks noGrp="1" noChangeAspect="1"/>
          </p:cNvSpPr>
          <p:nvPr>
            <p:ph type="pic" sz="quarter" idx="27"/>
          </p:nvPr>
        </p:nvSpPr>
        <p:spPr>
          <a:xfrm>
            <a:off x="4989231" y="1287711"/>
            <a:ext cx="1299600" cy="12996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30" name="Textplatzhalter 10"/>
          <p:cNvSpPr>
            <a:spLocks noGrp="1"/>
          </p:cNvSpPr>
          <p:nvPr>
            <p:ph type="body" sz="quarter" idx="21" hasCustomPrompt="1"/>
          </p:nvPr>
        </p:nvSpPr>
        <p:spPr>
          <a:xfrm>
            <a:off x="4826534"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1" name="Textplatzhalter 10"/>
          <p:cNvSpPr>
            <a:spLocks noGrp="1"/>
          </p:cNvSpPr>
          <p:nvPr>
            <p:ph type="body" sz="quarter" idx="22" hasCustomPrompt="1"/>
          </p:nvPr>
        </p:nvSpPr>
        <p:spPr>
          <a:xfrm>
            <a:off x="4826534"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2" name="Rechteck 31">
            <a:extLst>
              <a:ext uri="{C183D7F6-B498-43B3-948B-1728B52AA6E4}">
                <adec:decorative xmlns:adec="http://schemas.microsoft.com/office/drawing/2017/decorative" val="1"/>
              </a:ext>
            </a:extLst>
          </p:cNvPr>
          <p:cNvSpPr/>
          <p:nvPr userDrawn="1"/>
        </p:nvSpPr>
        <p:spPr>
          <a:xfrm>
            <a:off x="6705432"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9" name="Bildplatzhalter 7">
            <a:extLst>
              <a:ext uri="{FF2B5EF4-FFF2-40B4-BE49-F238E27FC236}">
                <a16:creationId xmlns:a16="http://schemas.microsoft.com/office/drawing/2014/main" id="{F9D0B43C-E1CE-4C97-B82A-2D4CC82B3CB1}"/>
              </a:ext>
              <a:ext uri="{C183D7F6-B498-43B3-948B-1728B52AA6E4}">
                <adec:decorative xmlns:adec="http://schemas.microsoft.com/office/drawing/2017/decorative" val="1"/>
              </a:ext>
            </a:extLst>
          </p:cNvPr>
          <p:cNvSpPr>
            <a:spLocks noGrp="1" noChangeAspect="1"/>
          </p:cNvSpPr>
          <p:nvPr>
            <p:ph type="pic" sz="quarter" idx="28"/>
          </p:nvPr>
        </p:nvSpPr>
        <p:spPr>
          <a:xfrm>
            <a:off x="7063632" y="1287711"/>
            <a:ext cx="1299600" cy="12996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34" name="Textplatzhalter 10"/>
          <p:cNvSpPr>
            <a:spLocks noGrp="1"/>
          </p:cNvSpPr>
          <p:nvPr>
            <p:ph type="body" sz="quarter" idx="24" hasCustomPrompt="1"/>
          </p:nvPr>
        </p:nvSpPr>
        <p:spPr>
          <a:xfrm>
            <a:off x="6900935"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5" name="Textplatzhalter 10"/>
          <p:cNvSpPr>
            <a:spLocks noGrp="1"/>
          </p:cNvSpPr>
          <p:nvPr>
            <p:ph type="body" sz="quarter" idx="25" hasCustomPrompt="1"/>
          </p:nvPr>
        </p:nvSpPr>
        <p:spPr>
          <a:xfrm>
            <a:off x="6900935"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 name="Datumsplatzhalter 1">
            <a:extLst>
              <a:ext uri="{FF2B5EF4-FFF2-40B4-BE49-F238E27FC236}">
                <a16:creationId xmlns:a16="http://schemas.microsoft.com/office/drawing/2014/main" id="{493EA81B-7C92-41D8-9CC0-C6F633C9CB78}"/>
              </a:ext>
              <a:ext uri="{C183D7F6-B498-43B3-948B-1728B52AA6E4}">
                <adec:decorative xmlns:adec="http://schemas.microsoft.com/office/drawing/2017/decorative" val="1"/>
              </a:ext>
            </a:extLst>
          </p:cNvPr>
          <p:cNvSpPr>
            <a:spLocks noGrp="1"/>
          </p:cNvSpPr>
          <p:nvPr>
            <p:ph type="dt" sz="half" idx="29"/>
          </p:nvPr>
        </p:nvSpPr>
        <p:spPr/>
        <p:txBody>
          <a:bodyPr/>
          <a:lstStyle/>
          <a:p>
            <a:endParaRPr lang="en-US" dirty="0"/>
          </a:p>
        </p:txBody>
      </p:sp>
      <p:sp>
        <p:nvSpPr>
          <p:cNvPr id="3" name="Fußzeilenplatzhalter 2">
            <a:extLst>
              <a:ext uri="{FF2B5EF4-FFF2-40B4-BE49-F238E27FC236}">
                <a16:creationId xmlns:a16="http://schemas.microsoft.com/office/drawing/2014/main" id="{F2460AC8-AE27-44EF-AA8F-B31521C496FF}"/>
              </a:ext>
              <a:ext uri="{C183D7F6-B498-43B3-948B-1728B52AA6E4}">
                <adec:decorative xmlns:adec="http://schemas.microsoft.com/office/drawing/2017/decorative" val="1"/>
              </a:ext>
            </a:extLst>
          </p:cNvPr>
          <p:cNvSpPr>
            <a:spLocks noGrp="1"/>
          </p:cNvSpPr>
          <p:nvPr>
            <p:ph type="ftr" sz="quarter" idx="30"/>
          </p:nvPr>
        </p:nvSpPr>
        <p:spPr/>
        <p:txBody>
          <a:bodyPr/>
          <a:lstStyle/>
          <a:p>
            <a:r>
              <a:rPr lang="en-US"/>
              <a:t>your name</a:t>
            </a:r>
            <a:endParaRPr lang="en-US" dirty="0"/>
          </a:p>
        </p:txBody>
      </p:sp>
      <p:sp>
        <p:nvSpPr>
          <p:cNvPr id="4" name="Foliennummernplatzhalter 3">
            <a:extLst>
              <a:ext uri="{FF2B5EF4-FFF2-40B4-BE49-F238E27FC236}">
                <a16:creationId xmlns:a16="http://schemas.microsoft.com/office/drawing/2014/main" id="{AA2C9645-CED1-4CDA-B753-24982D514FB3}"/>
              </a:ext>
              <a:ext uri="{C183D7F6-B498-43B3-948B-1728B52AA6E4}">
                <adec:decorative xmlns:adec="http://schemas.microsoft.com/office/drawing/2017/decorative" val="1"/>
              </a:ext>
            </a:extLst>
          </p:cNvPr>
          <p:cNvSpPr>
            <a:spLocks noGrp="1"/>
          </p:cNvSpPr>
          <p:nvPr>
            <p:ph type="sldNum" sz="quarter" idx="31"/>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8647645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CA6FC187-6C25-4F69-9AFE-1DD17195077A}"/>
              </a:ext>
            </a:extLst>
          </p:cNvPr>
          <p:cNvSpPr>
            <a:spLocks noGrp="1"/>
          </p:cNvSpPr>
          <p:nvPr>
            <p:ph type="title"/>
          </p:nvPr>
        </p:nvSpPr>
        <p:spPr/>
        <p:txBody>
          <a:bodyPr/>
          <a:lstStyle/>
          <a:p>
            <a:r>
              <a:rPr lang="en-US"/>
              <a:t>Click to edit Master title style</a:t>
            </a:r>
            <a:endParaRPr lang="en-GB" dirty="0"/>
          </a:p>
        </p:txBody>
      </p:sp>
      <p:sp>
        <p:nvSpPr>
          <p:cNvPr id="7" name="Textplatzhalter 7">
            <a:extLst>
              <a:ext uri="{FF2B5EF4-FFF2-40B4-BE49-F238E27FC236}">
                <a16:creationId xmlns:a16="http://schemas.microsoft.com/office/drawing/2014/main" id="{6B0B00BC-A6AE-499E-84DC-2DAD144AC366}"/>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Datumsplatzhalter 2">
            <a:extLst>
              <a:ext uri="{FF2B5EF4-FFF2-40B4-BE49-F238E27FC236}">
                <a16:creationId xmlns:a16="http://schemas.microsoft.com/office/drawing/2014/main" id="{0184E164-0418-489E-A81C-E71488F7F6A5}"/>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dirty="0"/>
          </a:p>
        </p:txBody>
      </p:sp>
      <p:sp>
        <p:nvSpPr>
          <p:cNvPr id="4" name="Fußzeilenplatzhalter 3">
            <a:extLst>
              <a:ext uri="{FF2B5EF4-FFF2-40B4-BE49-F238E27FC236}">
                <a16:creationId xmlns:a16="http://schemas.microsoft.com/office/drawing/2014/main" id="{34D0564E-CD71-44C1-ABC8-1C4B763ADC47}"/>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your name</a:t>
            </a:r>
            <a:endParaRPr lang="en-US" dirty="0"/>
          </a:p>
        </p:txBody>
      </p:sp>
      <p:sp>
        <p:nvSpPr>
          <p:cNvPr id="5" name="Foliennummernplatzhalter 4">
            <a:extLst>
              <a:ext uri="{FF2B5EF4-FFF2-40B4-BE49-F238E27FC236}">
                <a16:creationId xmlns:a16="http://schemas.microsoft.com/office/drawing/2014/main" id="{9A8A42CD-E97A-4A8C-9ECA-D5E57469D0C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1631241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145190E-3721-4D8A-B9E3-D91236ACC588}"/>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dirty="0"/>
          </a:p>
        </p:txBody>
      </p:sp>
      <p:sp>
        <p:nvSpPr>
          <p:cNvPr id="3" name="Fußzeilenplatzhalter 2">
            <a:extLst>
              <a:ext uri="{FF2B5EF4-FFF2-40B4-BE49-F238E27FC236}">
                <a16:creationId xmlns:a16="http://schemas.microsoft.com/office/drawing/2014/main" id="{C5B3C668-B6EA-445F-A363-3748A9AFD24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your name</a:t>
            </a:r>
            <a:endParaRPr lang="en-US" dirty="0"/>
          </a:p>
        </p:txBody>
      </p:sp>
      <p:sp>
        <p:nvSpPr>
          <p:cNvPr id="4" name="Foliennummernplatzhalter 3">
            <a:extLst>
              <a:ext uri="{FF2B5EF4-FFF2-40B4-BE49-F238E27FC236}">
                <a16:creationId xmlns:a16="http://schemas.microsoft.com/office/drawing/2014/main" id="{053522D3-196E-42BC-8F70-9C600372E6BF}"/>
              </a:ex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4200054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titute_Schlussfolie">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9528E02D-BC42-44C2-A3F5-5404CBC837A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6800" y="268958"/>
            <a:ext cx="2136071" cy="431998"/>
          </a:xfrm>
          <a:prstGeom prst="rect">
            <a:avLst/>
          </a:prstGeom>
        </p:spPr>
      </p:pic>
      <p:sp>
        <p:nvSpPr>
          <p:cNvPr id="26" name="Textplatzhalter 9">
            <a:extLst>
              <a:ext uri="{FF2B5EF4-FFF2-40B4-BE49-F238E27FC236}">
                <a16:creationId xmlns:a16="http://schemas.microsoft.com/office/drawing/2014/main" id="{CCC87B1C-0FE3-4333-ACA0-A95E3356614D}"/>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16" name="Textfeld"/>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a:solidFill>
                  <a:schemeClr val="tx1"/>
                </a:solidFill>
              </a:rPr>
              <a:t>Thank you!</a:t>
            </a:r>
            <a:endParaRPr lang="de-DE" sz="2000" b="1" dirty="0">
              <a:solidFill>
                <a:schemeClr val="tx1"/>
              </a:solidFill>
            </a:endParaRPr>
          </a:p>
        </p:txBody>
      </p:sp>
      <p:sp>
        <p:nvSpPr>
          <p:cNvPr id="6" name="Bildplatzhalter 7">
            <a:extLst>
              <a:ext uri="{C183D7F6-B498-43B3-948B-1728B52AA6E4}">
                <adec:decorative xmlns:adec="http://schemas.microsoft.com/office/drawing/2017/decorative" val="1"/>
              </a:ext>
            </a:extLst>
          </p:cNvPr>
          <p:cNvSpPr>
            <a:spLocks noGrp="1"/>
          </p:cNvSpPr>
          <p:nvPr>
            <p:ph type="pic" sz="quarter" idx="14"/>
          </p:nvPr>
        </p:nvSpPr>
        <p:spPr>
          <a:xfrm>
            <a:off x="410400" y="1911600"/>
            <a:ext cx="1440000" cy="1440000"/>
          </a:xfrm>
          <a:prstGeom prst="ellipse">
            <a:avLst/>
          </a:prstGeom>
          <a:solidFill>
            <a:schemeClr val="bg1">
              <a:lumMod val="95000"/>
            </a:schemeClr>
          </a:solidFill>
        </p:spPr>
        <p:txBody>
          <a:bodyPr tIns="0"/>
          <a:lstStyle>
            <a:lvl1pPr marL="0" indent="0" algn="ctr">
              <a:buNone/>
              <a:defRPr sz="1200"/>
            </a:lvl1pPr>
          </a:lstStyle>
          <a:p>
            <a:r>
              <a:rPr lang="en-US"/>
              <a:t>Click icon to add picture</a:t>
            </a:r>
            <a:endParaRPr lang="en-US" dirty="0"/>
          </a:p>
        </p:txBody>
      </p:sp>
      <p:sp>
        <p:nvSpPr>
          <p:cNvPr id="19"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E-Mail">
            <a:extLst>
              <a:ext uri="{FF2B5EF4-FFF2-40B4-BE49-F238E27FC236}">
                <a16:creationId xmlns:a16="http://schemas.microsoft.com/office/drawing/2014/main" id="{E7E6997E-5F67-46CA-A462-F65B568669D9}"/>
              </a:ext>
            </a:extLst>
          </p:cNvPr>
          <p:cNvSpPr>
            <a:spLocks noGrp="1"/>
          </p:cNvSpPr>
          <p:nvPr>
            <p:ph type="body" sz="quarter" idx="31" hasCustomPrompt="1"/>
          </p:nvPr>
        </p:nvSpPr>
        <p:spPr>
          <a:xfrm>
            <a:off x="2174399" y="2571750"/>
            <a:ext cx="542646" cy="216482"/>
          </a:xfrm>
        </p:spPr>
        <p:txBody>
          <a:bodyPr/>
          <a:lstStyle>
            <a:lvl1pPr>
              <a:buFontTx/>
              <a:buNone/>
              <a:defRPr lang="de-DE" sz="1200" b="0" kern="1200" dirty="0" smtClean="0">
                <a:solidFill>
                  <a:schemeClr val="tx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a:t>e-mail</a:t>
            </a:r>
            <a:endParaRPr lang="de-DE" dirty="0"/>
          </a:p>
        </p:txBody>
      </p:sp>
      <p:sp>
        <p:nvSpPr>
          <p:cNvPr id="28" name="Email Adresse">
            <a:extLst>
              <a:ext uri="{FF2B5EF4-FFF2-40B4-BE49-F238E27FC236}">
                <a16:creationId xmlns:a16="http://schemas.microsoft.com/office/drawing/2014/main" id="{E81B73EB-A4EC-4386-B739-946B398204D0}"/>
              </a:ext>
            </a:extLst>
          </p:cNvPr>
          <p:cNvSpPr>
            <a:spLocks noGrp="1"/>
          </p:cNvSpPr>
          <p:nvPr>
            <p:ph type="body" sz="quarter" idx="26" hasCustomPrompt="1"/>
          </p:nvPr>
        </p:nvSpPr>
        <p:spPr>
          <a:xfrm>
            <a:off x="2717045" y="2571750"/>
            <a:ext cx="2747409"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enter address</a:t>
            </a:r>
            <a:endParaRPr lang="de-DE" dirty="0"/>
          </a:p>
        </p:txBody>
      </p:sp>
      <p:sp>
        <p:nvSpPr>
          <p:cNvPr id="29" name="Telefonnummer">
            <a:extLst>
              <a:ext uri="{FF2B5EF4-FFF2-40B4-BE49-F238E27FC236}">
                <a16:creationId xmlns:a16="http://schemas.microsoft.com/office/drawing/2014/main" id="{2DA4082A-C3C6-4B7E-8520-071491A1C113}"/>
              </a:ext>
            </a:extLst>
          </p:cNvPr>
          <p:cNvSpPr>
            <a:spLocks noGrp="1"/>
          </p:cNvSpPr>
          <p:nvPr>
            <p:ph type="body" sz="quarter" idx="36" hasCustomPrompt="1"/>
          </p:nvPr>
        </p:nvSpPr>
        <p:spPr>
          <a:xfrm>
            <a:off x="2174399" y="2803118"/>
            <a:ext cx="1778834" cy="245786"/>
          </a:xfrm>
        </p:spPr>
        <p:txBody>
          <a:bodyPr/>
          <a:lstStyle>
            <a:lvl1pPr marL="0" indent="0" defTabSz="536575">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phone	+</a:t>
            </a:r>
            <a:r>
              <a:rPr lang="de-DE" dirty="0"/>
              <a:t>49 (0) 711 685-</a:t>
            </a:r>
          </a:p>
        </p:txBody>
      </p:sp>
      <p:sp>
        <p:nvSpPr>
          <p:cNvPr id="31" name="www">
            <a:extLst>
              <a:ext uri="{FF2B5EF4-FFF2-40B4-BE49-F238E27FC236}">
                <a16:creationId xmlns:a16="http://schemas.microsoft.com/office/drawing/2014/main" id="{AEC2B0E7-03E5-45D0-9BAE-82EB0C828005}"/>
              </a:ext>
            </a:extLst>
          </p:cNvPr>
          <p:cNvSpPr>
            <a:spLocks noGrp="1"/>
          </p:cNvSpPr>
          <p:nvPr>
            <p:ph type="body" sz="quarter" idx="33" hasCustomPrompt="1"/>
          </p:nvPr>
        </p:nvSpPr>
        <p:spPr>
          <a:xfrm>
            <a:off x="2174400" y="3063790"/>
            <a:ext cx="364806"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2" name="Webadresse">
            <a:extLst>
              <a:ext uri="{FF2B5EF4-FFF2-40B4-BE49-F238E27FC236}">
                <a16:creationId xmlns:a16="http://schemas.microsoft.com/office/drawing/2014/main" id="{0E21CC8E-1A45-40C8-9B74-7890EB0C931F}"/>
              </a:ext>
            </a:extLst>
          </p:cNvPr>
          <p:cNvSpPr>
            <a:spLocks noGrp="1"/>
          </p:cNvSpPr>
          <p:nvPr>
            <p:ph type="body" sz="quarter" idx="24" hasCustomPrompt="1"/>
          </p:nvPr>
        </p:nvSpPr>
        <p:spPr>
          <a:xfrm>
            <a:off x="2539207" y="3063790"/>
            <a:ext cx="1838323"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enter address</a:t>
            </a:r>
            <a:endParaRPr lang="de-DE" dirty="0"/>
          </a:p>
        </p:txBody>
      </p:sp>
      <p:sp>
        <p:nvSpPr>
          <p:cNvPr id="33" name="Universität Stuttgart">
            <a:extLst>
              <a:ext uri="{FF2B5EF4-FFF2-40B4-BE49-F238E27FC236}">
                <a16:creationId xmlns:a16="http://schemas.microsoft.com/office/drawing/2014/main" id="{CF7259B9-9504-46FB-B370-AC2773C72962}"/>
              </a:ext>
            </a:extLst>
          </p:cNvPr>
          <p:cNvSpPr>
            <a:spLocks noGrp="1"/>
          </p:cNvSpPr>
          <p:nvPr>
            <p:ph type="body" sz="quarter" idx="34" hasCustomPrompt="1"/>
          </p:nvPr>
        </p:nvSpPr>
        <p:spPr>
          <a:xfrm>
            <a:off x="2174399" y="3508234"/>
            <a:ext cx="2500012" cy="218691"/>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a:t>University of </a:t>
            </a:r>
            <a:r>
              <a:rPr lang="de-DE" dirty="0"/>
              <a:t>Stuttgart</a:t>
            </a:r>
          </a:p>
        </p:txBody>
      </p:sp>
      <p:sp>
        <p:nvSpPr>
          <p:cNvPr id="34" name="Abteilung Institut">
            <a:extLst>
              <a:ext uri="{FF2B5EF4-FFF2-40B4-BE49-F238E27FC236}">
                <a16:creationId xmlns:a16="http://schemas.microsoft.com/office/drawing/2014/main" id="{059F4093-CD26-4895-85F3-B29428C74E0C}"/>
              </a:ext>
            </a:extLst>
          </p:cNvPr>
          <p:cNvSpPr>
            <a:spLocks noGrp="1"/>
          </p:cNvSpPr>
          <p:nvPr>
            <p:ph type="body" sz="quarter" idx="25" hasCustomPrompt="1"/>
          </p:nvPr>
        </p:nvSpPr>
        <p:spPr>
          <a:xfrm>
            <a:off x="2174399" y="3747179"/>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Department or institute name</a:t>
            </a:r>
            <a:endParaRPr lang="de-DE" dirty="0"/>
          </a:p>
        </p:txBody>
      </p:sp>
      <p:sp>
        <p:nvSpPr>
          <p:cNvPr id="35" name="Adressfeld">
            <a:extLst>
              <a:ext uri="{FF2B5EF4-FFF2-40B4-BE49-F238E27FC236}">
                <a16:creationId xmlns:a16="http://schemas.microsoft.com/office/drawing/2014/main" id="{944C83B1-3AA3-4602-A9BD-2CABB5B049AD}"/>
              </a:ext>
            </a:extLst>
          </p:cNvPr>
          <p:cNvSpPr>
            <a:spLocks noGrp="1"/>
          </p:cNvSpPr>
          <p:nvPr>
            <p:ph type="body" sz="quarter" idx="21" hasCustomPrompt="1"/>
          </p:nvPr>
        </p:nvSpPr>
        <p:spPr>
          <a:xfrm>
            <a:off x="2174399" y="3983433"/>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Address</a:t>
            </a:r>
            <a:endParaRPr lang="de-DE" dirty="0"/>
          </a:p>
        </p:txBody>
      </p:sp>
      <p:sp>
        <p:nvSpPr>
          <p:cNvPr id="30" name="Durchwahl">
            <a:extLst>
              <a:ext uri="{FF2B5EF4-FFF2-40B4-BE49-F238E27FC236}">
                <a16:creationId xmlns:a16="http://schemas.microsoft.com/office/drawing/2014/main" id="{1A7ADEF9-373D-4153-9017-F39E9F0E084C}"/>
              </a:ext>
            </a:extLst>
          </p:cNvPr>
          <p:cNvSpPr>
            <a:spLocks noGrp="1"/>
          </p:cNvSpPr>
          <p:nvPr>
            <p:ph type="body" sz="quarter" idx="23" hasCustomPrompt="1"/>
          </p:nvPr>
        </p:nvSpPr>
        <p:spPr>
          <a:xfrm>
            <a:off x="3819426" y="2803118"/>
            <a:ext cx="649267" cy="245786"/>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Tree>
    <p:extLst>
      <p:ext uri="{BB962C8B-B14F-4D97-AF65-F5344CB8AC3E}">
        <p14:creationId xmlns:p14="http://schemas.microsoft.com/office/powerpoint/2010/main" val="30902929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stitute_Schlussfolie bla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feld"/>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a:solidFill>
                  <a:schemeClr val="bg1"/>
                </a:solidFill>
              </a:rPr>
              <a:t>Thank you!</a:t>
            </a:r>
            <a:endParaRPr lang="de-DE" sz="2000" b="1" dirty="0">
              <a:solidFill>
                <a:schemeClr val="bg1"/>
              </a:solidFill>
            </a:endParaRPr>
          </a:p>
        </p:txBody>
      </p:sp>
      <p:sp>
        <p:nvSpPr>
          <p:cNvPr id="27" name="Bildplatzhalter 7">
            <a:extLst>
              <a:ext uri="{FF2B5EF4-FFF2-40B4-BE49-F238E27FC236}">
                <a16:creationId xmlns:a16="http://schemas.microsoft.com/office/drawing/2014/main" id="{E8FAD59D-97FD-4838-AA91-B266FA5DD370}"/>
              </a:ext>
              <a:ext uri="{C183D7F6-B498-43B3-948B-1728B52AA6E4}">
                <adec:decorative xmlns:adec="http://schemas.microsoft.com/office/drawing/2017/decorative" val="1"/>
              </a:ext>
            </a:extLst>
          </p:cNvPr>
          <p:cNvSpPr>
            <a:spLocks noGrp="1"/>
          </p:cNvSpPr>
          <p:nvPr>
            <p:ph type="pic" sz="quarter" idx="14"/>
          </p:nvPr>
        </p:nvSpPr>
        <p:spPr>
          <a:xfrm>
            <a:off x="410400" y="1911600"/>
            <a:ext cx="1440000" cy="1440000"/>
          </a:xfrm>
          <a:prstGeom prst="ellipse">
            <a:avLst/>
          </a:prstGeom>
          <a:solidFill>
            <a:schemeClr val="bg1"/>
          </a:solidFill>
        </p:spPr>
        <p:txBody>
          <a:bodyPr tIns="0"/>
          <a:lstStyle>
            <a:lvl1pPr marL="0" indent="0" algn="ctr">
              <a:buNone/>
              <a:defRPr sz="1200"/>
            </a:lvl1pPr>
          </a:lstStyle>
          <a:p>
            <a:r>
              <a:rPr lang="en-US"/>
              <a:t>Click icon to add picture</a:t>
            </a:r>
            <a:endParaRPr lang="en-US" dirty="0"/>
          </a:p>
        </p:txBody>
      </p:sp>
      <p:sp>
        <p:nvSpPr>
          <p:cNvPr id="20"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1" name="E-Mail">
            <a:extLst>
              <a:ext uri="{FF2B5EF4-FFF2-40B4-BE49-F238E27FC236}">
                <a16:creationId xmlns:a16="http://schemas.microsoft.com/office/drawing/2014/main" id="{ADA7090D-6D2F-4627-AF98-55F7B2251908}"/>
              </a:ext>
            </a:extLst>
          </p:cNvPr>
          <p:cNvSpPr>
            <a:spLocks noGrp="1"/>
          </p:cNvSpPr>
          <p:nvPr>
            <p:ph type="body" sz="quarter" idx="31" hasCustomPrompt="1"/>
          </p:nvPr>
        </p:nvSpPr>
        <p:spPr>
          <a:xfrm>
            <a:off x="2174399" y="2571750"/>
            <a:ext cx="542646" cy="216482"/>
          </a:xfrm>
        </p:spPr>
        <p:txBody>
          <a:bodyPr/>
          <a:lstStyle>
            <a:lvl1pPr>
              <a:buFontTx/>
              <a:buNone/>
              <a:defRPr lang="de-DE" sz="1200" b="0" kern="1200" dirty="0" smtClean="0">
                <a:solidFill>
                  <a:schemeClr val="bg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a:t>e-Mail</a:t>
            </a:r>
            <a:endParaRPr lang="de-DE" dirty="0"/>
          </a:p>
        </p:txBody>
      </p:sp>
      <p:sp>
        <p:nvSpPr>
          <p:cNvPr id="29" name="Email Adresse">
            <a:extLst>
              <a:ext uri="{FF2B5EF4-FFF2-40B4-BE49-F238E27FC236}">
                <a16:creationId xmlns:a16="http://schemas.microsoft.com/office/drawing/2014/main" id="{A42FBBA1-BB7D-4A0A-A652-A460339A5656}"/>
              </a:ext>
            </a:extLst>
          </p:cNvPr>
          <p:cNvSpPr>
            <a:spLocks noGrp="1"/>
          </p:cNvSpPr>
          <p:nvPr>
            <p:ph type="body" sz="quarter" idx="26" hasCustomPrompt="1"/>
          </p:nvPr>
        </p:nvSpPr>
        <p:spPr>
          <a:xfrm>
            <a:off x="2717045" y="2571750"/>
            <a:ext cx="2747409"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enter address</a:t>
            </a:r>
            <a:endParaRPr lang="de-DE" dirty="0"/>
          </a:p>
        </p:txBody>
      </p:sp>
      <p:sp>
        <p:nvSpPr>
          <p:cNvPr id="30" name="Telefonnummer">
            <a:extLst>
              <a:ext uri="{FF2B5EF4-FFF2-40B4-BE49-F238E27FC236}">
                <a16:creationId xmlns:a16="http://schemas.microsoft.com/office/drawing/2014/main" id="{CA948A15-388C-4F75-B40D-3BD27994E9B8}"/>
              </a:ext>
            </a:extLst>
          </p:cNvPr>
          <p:cNvSpPr>
            <a:spLocks noGrp="1"/>
          </p:cNvSpPr>
          <p:nvPr>
            <p:ph type="body" sz="quarter" idx="36" hasCustomPrompt="1"/>
          </p:nvPr>
        </p:nvSpPr>
        <p:spPr>
          <a:xfrm>
            <a:off x="2174399" y="2803118"/>
            <a:ext cx="1682705" cy="245786"/>
          </a:xfrm>
        </p:spPr>
        <p:txBody>
          <a:bodyPr/>
          <a:lstStyle>
            <a:lvl1pPr marL="0" indent="0">
              <a:buNone/>
              <a:tabLst>
                <a:tab pos="536575" algn="l"/>
              </a:tabLst>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Phone	+49 (0) 711 685-</a:t>
            </a:r>
            <a:endParaRPr lang="de-DE" dirty="0"/>
          </a:p>
        </p:txBody>
      </p:sp>
      <p:sp>
        <p:nvSpPr>
          <p:cNvPr id="32" name="www">
            <a:extLst>
              <a:ext uri="{FF2B5EF4-FFF2-40B4-BE49-F238E27FC236}">
                <a16:creationId xmlns:a16="http://schemas.microsoft.com/office/drawing/2014/main" id="{0CFA1923-0E88-43A3-B023-7343A541A89D}"/>
              </a:ext>
            </a:extLst>
          </p:cNvPr>
          <p:cNvSpPr>
            <a:spLocks noGrp="1"/>
          </p:cNvSpPr>
          <p:nvPr>
            <p:ph type="body" sz="quarter" idx="33" hasCustomPrompt="1"/>
          </p:nvPr>
        </p:nvSpPr>
        <p:spPr>
          <a:xfrm>
            <a:off x="2174400" y="3063790"/>
            <a:ext cx="364806"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3" name="Webadresse">
            <a:extLst>
              <a:ext uri="{FF2B5EF4-FFF2-40B4-BE49-F238E27FC236}">
                <a16:creationId xmlns:a16="http://schemas.microsoft.com/office/drawing/2014/main" id="{8B7E10CD-3F91-494E-B799-BA1899405BB9}"/>
              </a:ext>
            </a:extLst>
          </p:cNvPr>
          <p:cNvSpPr>
            <a:spLocks noGrp="1"/>
          </p:cNvSpPr>
          <p:nvPr>
            <p:ph type="body" sz="quarter" idx="24" hasCustomPrompt="1"/>
          </p:nvPr>
        </p:nvSpPr>
        <p:spPr>
          <a:xfrm>
            <a:off x="2539207" y="3063790"/>
            <a:ext cx="1838323"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enter address</a:t>
            </a:r>
            <a:endParaRPr lang="de-DE" dirty="0"/>
          </a:p>
        </p:txBody>
      </p:sp>
      <p:sp>
        <p:nvSpPr>
          <p:cNvPr id="34" name="Universität Stuttgart">
            <a:extLst>
              <a:ext uri="{FF2B5EF4-FFF2-40B4-BE49-F238E27FC236}">
                <a16:creationId xmlns:a16="http://schemas.microsoft.com/office/drawing/2014/main" id="{B0F53DE6-85E0-49DF-B7EB-2B9634BBB2BF}"/>
              </a:ext>
            </a:extLst>
          </p:cNvPr>
          <p:cNvSpPr>
            <a:spLocks noGrp="1"/>
          </p:cNvSpPr>
          <p:nvPr>
            <p:ph type="body" sz="quarter" idx="34" hasCustomPrompt="1"/>
          </p:nvPr>
        </p:nvSpPr>
        <p:spPr>
          <a:xfrm>
            <a:off x="2174399" y="3508234"/>
            <a:ext cx="2500012" cy="218691"/>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a:t>University of </a:t>
            </a:r>
            <a:r>
              <a:rPr lang="de-DE" dirty="0"/>
              <a:t>Stuttgart</a:t>
            </a:r>
          </a:p>
        </p:txBody>
      </p:sp>
      <p:sp>
        <p:nvSpPr>
          <p:cNvPr id="35" name="Abteilung Institut">
            <a:extLst>
              <a:ext uri="{FF2B5EF4-FFF2-40B4-BE49-F238E27FC236}">
                <a16:creationId xmlns:a16="http://schemas.microsoft.com/office/drawing/2014/main" id="{5C49AD49-8C59-4D12-89FD-669E7CC7C320}"/>
              </a:ext>
            </a:extLst>
          </p:cNvPr>
          <p:cNvSpPr>
            <a:spLocks noGrp="1"/>
          </p:cNvSpPr>
          <p:nvPr>
            <p:ph type="body" sz="quarter" idx="25" hasCustomPrompt="1"/>
          </p:nvPr>
        </p:nvSpPr>
        <p:spPr>
          <a:xfrm>
            <a:off x="2174399" y="3747179"/>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Department or institute name</a:t>
            </a:r>
            <a:endParaRPr lang="de-DE" dirty="0"/>
          </a:p>
        </p:txBody>
      </p:sp>
      <p:sp>
        <p:nvSpPr>
          <p:cNvPr id="36" name="Adressfeld">
            <a:extLst>
              <a:ext uri="{FF2B5EF4-FFF2-40B4-BE49-F238E27FC236}">
                <a16:creationId xmlns:a16="http://schemas.microsoft.com/office/drawing/2014/main" id="{FFFEDAD7-3B5F-4F25-9D92-2118491742AF}"/>
              </a:ext>
            </a:extLst>
          </p:cNvPr>
          <p:cNvSpPr>
            <a:spLocks noGrp="1"/>
          </p:cNvSpPr>
          <p:nvPr>
            <p:ph type="body" sz="quarter" idx="21" hasCustomPrompt="1"/>
          </p:nvPr>
        </p:nvSpPr>
        <p:spPr>
          <a:xfrm>
            <a:off x="2174399" y="3983433"/>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Address</a:t>
            </a:r>
            <a:endParaRPr lang="de-DE" dirty="0"/>
          </a:p>
        </p:txBody>
      </p:sp>
      <p:pic>
        <p:nvPicPr>
          <p:cNvPr id="2" name="Grafik 1">
            <a:extLst>
              <a:ext uri="{FF2B5EF4-FFF2-40B4-BE49-F238E27FC236}">
                <a16:creationId xmlns:a16="http://schemas.microsoft.com/office/drawing/2014/main" id="{3B47048E-F4B2-4CE3-8E2C-9004A5C5BC9E}"/>
              </a:ext>
              <a:ext uri="{C183D7F6-B498-43B3-948B-1728B52AA6E4}">
                <adec:decorative xmlns:adec="http://schemas.microsoft.com/office/drawing/2017/decorative" val="1"/>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406800" y="268958"/>
            <a:ext cx="2136071" cy="431998"/>
          </a:xfrm>
          <a:prstGeom prst="rect">
            <a:avLst/>
          </a:prstGeom>
        </p:spPr>
      </p:pic>
      <p:sp>
        <p:nvSpPr>
          <p:cNvPr id="31" name="Durchwahl">
            <a:extLst>
              <a:ext uri="{FF2B5EF4-FFF2-40B4-BE49-F238E27FC236}">
                <a16:creationId xmlns:a16="http://schemas.microsoft.com/office/drawing/2014/main" id="{AF5EC6AA-0555-45A6-908C-DCCBA57E1BDC}"/>
              </a:ext>
            </a:extLst>
          </p:cNvPr>
          <p:cNvSpPr>
            <a:spLocks noGrp="1"/>
          </p:cNvSpPr>
          <p:nvPr>
            <p:ph type="body" sz="quarter" idx="23" hasCustomPrompt="1"/>
          </p:nvPr>
        </p:nvSpPr>
        <p:spPr>
          <a:xfrm>
            <a:off x="3813666" y="2803118"/>
            <a:ext cx="649267" cy="245786"/>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18" name="Textplatzhalter 9">
            <a:extLst>
              <a:ext uri="{FF2B5EF4-FFF2-40B4-BE49-F238E27FC236}">
                <a16:creationId xmlns:a16="http://schemas.microsoft.com/office/drawing/2014/main" id="{DE1BCEF2-3615-40F6-9700-AC8523EE704F}"/>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solidFill>
                  <a:schemeClr val="bg1"/>
                </a:solidFill>
              </a:defRPr>
            </a:lvl1pPr>
          </a:lstStyle>
          <a:p>
            <a:pPr lvl="0"/>
            <a:r>
              <a:rPr lang="de-DE" dirty="0"/>
              <a:t>Institutsname max. 2-zeilig, bitte hier klicken und überschreiben</a:t>
            </a:r>
          </a:p>
        </p:txBody>
      </p:sp>
    </p:spTree>
    <p:extLst>
      <p:ext uri="{BB962C8B-B14F-4D97-AF65-F5344CB8AC3E}">
        <p14:creationId xmlns:p14="http://schemas.microsoft.com/office/powerpoint/2010/main" val="348360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6" y="951549"/>
            <a:ext cx="8243887" cy="3759042"/>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7754400" y="4876200"/>
            <a:ext cx="532800" cy="123111"/>
          </a:xfrm>
          <a:prstGeom prst="rect">
            <a:avLst/>
          </a:prstGeom>
        </p:spPr>
        <p:txBody>
          <a:bodyPr vert="horz" lIns="0" tIns="0" rIns="0" bIns="0" rtlCol="0" anchor="t" anchorCtr="0">
            <a:spAutoFit/>
          </a:bodyPr>
          <a:lstStyle>
            <a:lvl1pPr>
              <a:defRPr lang="en-US" sz="800" smtClean="0"/>
            </a:lvl1pPr>
          </a:lstStyle>
          <a:p>
            <a:endParaRPr lang="en-US" dirty="0"/>
          </a:p>
        </p:txBody>
      </p:sp>
      <p:sp>
        <p:nvSpPr>
          <p:cNvPr id="5" name="Footer Placeholder 4"/>
          <p:cNvSpPr>
            <a:spLocks noGrp="1"/>
          </p:cNvSpPr>
          <p:nvPr>
            <p:ph type="ftr" sz="quarter" idx="3"/>
          </p:nvPr>
        </p:nvSpPr>
        <p:spPr>
          <a:xfrm>
            <a:off x="466726" y="4876200"/>
            <a:ext cx="1403910"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en-US" dirty="0"/>
              <a:t>your name</a:t>
            </a:r>
          </a:p>
        </p:txBody>
      </p:sp>
      <p:sp>
        <p:nvSpPr>
          <p:cNvPr id="6" name="Slide Number Placeholder 5"/>
          <p:cNvSpPr>
            <a:spLocks noGrp="1"/>
          </p:cNvSpPr>
          <p:nvPr>
            <p:ph type="sldNum" sz="quarter" idx="4"/>
          </p:nvPr>
        </p:nvSpPr>
        <p:spPr>
          <a:xfrm>
            <a:off x="8489000" y="4876200"/>
            <a:ext cx="223200" cy="123111"/>
          </a:xfrm>
          <a:prstGeom prst="rect">
            <a:avLst/>
          </a:prstGeom>
        </p:spPr>
        <p:txBody>
          <a:bodyPr vert="horz" lIns="0" tIns="0" rIns="0" bIns="0" rtlCol="0" anchor="t" anchorCtr="0">
            <a:spAutoFit/>
          </a:bodyPr>
          <a:lstStyle>
            <a:lvl1pPr algn="r">
              <a:defRPr sz="800">
                <a:solidFill>
                  <a:schemeClr val="tx1"/>
                </a:solidFill>
              </a:defRPr>
            </a:lvl1pPr>
          </a:lstStyle>
          <a:p>
            <a:fld id="{9E82CC3C-1DC0-4FDA-9590-6CC506AB67F8}" type="slidenum">
              <a:rPr lang="en-US" smtClean="0"/>
              <a:pPr/>
              <a:t>‹#›</a:t>
            </a:fld>
            <a:endParaRPr lang="en-US" dirty="0"/>
          </a:p>
        </p:txBody>
      </p:sp>
      <p:sp>
        <p:nvSpPr>
          <p:cNvPr id="7" name="Titelplatzhalter 6"/>
          <p:cNvSpPr>
            <a:spLocks noGrp="1"/>
          </p:cNvSpPr>
          <p:nvPr>
            <p:ph type="title"/>
          </p:nvPr>
        </p:nvSpPr>
        <p:spPr>
          <a:xfrm>
            <a:off x="466727" y="356400"/>
            <a:ext cx="8245475" cy="432000"/>
          </a:xfrm>
          <a:prstGeom prst="rect">
            <a:avLst/>
          </a:prstGeom>
        </p:spPr>
        <p:txBody>
          <a:bodyPr vert="horz" lIns="0" tIns="0" rIns="0" bIns="0" rtlCol="0" anchor="t">
            <a:noAutofit/>
          </a:bodyPr>
          <a:lstStyle/>
          <a:p>
            <a:r>
              <a:rPr lang="de-DE" dirty="0"/>
              <a:t>Titelmasterformat durch Klicken bearbeiten</a:t>
            </a:r>
          </a:p>
        </p:txBody>
      </p:sp>
      <p:pic>
        <p:nvPicPr>
          <p:cNvPr id="8" name="Bildplatzhalter 40">
            <a:extLst>
              <a:ext uri="{FF2B5EF4-FFF2-40B4-BE49-F238E27FC236}">
                <a16:creationId xmlns:a16="http://schemas.microsoft.com/office/drawing/2014/main" id="{B27E54BA-BEB3-4E25-8F3C-C979884D9218}"/>
              </a:ext>
            </a:extLst>
          </p:cNvPr>
          <p:cNvPicPr>
            <a:picLocks noChangeAspect="1"/>
          </p:cNvPicPr>
          <p:nvPr userDrawn="1"/>
        </p:nvPicPr>
        <p:blipFill>
          <a:blip r:embed="rId25">
            <a:extLst>
              <a:ext uri="{96DAC541-7B7A-43D3-8B79-37D633B846F1}">
                <asvg:svgBlip xmlns:asvg="http://schemas.microsoft.com/office/drawing/2016/SVG/main" r:embed="rId26"/>
              </a:ext>
            </a:extLst>
          </a:blip>
          <a:srcRect l="708" r="708"/>
          <a:stretch>
            <a:fillRect/>
          </a:stretch>
        </p:blipFill>
        <p:spPr>
          <a:xfrm>
            <a:off x="4914162" y="4811068"/>
            <a:ext cx="1043743" cy="243261"/>
          </a:xfrm>
          <a:prstGeom prst="rect">
            <a:avLst/>
          </a:prstGeom>
        </p:spPr>
      </p:pic>
      <p:pic>
        <p:nvPicPr>
          <p:cNvPr id="9" name="Grafik 8">
            <a:extLst>
              <a:ext uri="{FF2B5EF4-FFF2-40B4-BE49-F238E27FC236}">
                <a16:creationId xmlns:a16="http://schemas.microsoft.com/office/drawing/2014/main" id="{FCE29959-47F4-4BBD-97EF-FCC788E794C5}"/>
              </a:ext>
            </a:extLst>
          </p:cNvPr>
          <p:cNvPicPr>
            <a:picLocks noChangeAspect="1"/>
          </p:cNvPicPr>
          <p:nvPr userDrawn="1"/>
        </p:nvPicPr>
        <p:blipFill>
          <a:blip r:embed="rId27" cstate="print">
            <a:extLst>
              <a:ext uri="{28A0092B-C50C-407E-A947-70E740481C1C}">
                <a14:useLocalDpi xmlns:a14="http://schemas.microsoft.com/office/drawing/2010/main"/>
              </a:ext>
            </a:extLst>
          </a:blip>
          <a:stretch>
            <a:fillRect/>
          </a:stretch>
        </p:blipFill>
        <p:spPr>
          <a:xfrm>
            <a:off x="6112728" y="4787100"/>
            <a:ext cx="1439872" cy="291199"/>
          </a:xfrm>
          <a:prstGeom prst="rect">
            <a:avLst/>
          </a:prstGeom>
        </p:spPr>
      </p:pic>
      <p:sp>
        <p:nvSpPr>
          <p:cNvPr id="12" name="Footer Placeholder 4">
            <a:extLst>
              <a:ext uri="{FF2B5EF4-FFF2-40B4-BE49-F238E27FC236}">
                <a16:creationId xmlns:a16="http://schemas.microsoft.com/office/drawing/2014/main" id="{A742ED96-0203-4938-BC14-E11243935F39}"/>
              </a:ext>
            </a:extLst>
          </p:cNvPr>
          <p:cNvSpPr txBox="1">
            <a:spLocks/>
          </p:cNvSpPr>
          <p:nvPr userDrawn="1"/>
        </p:nvSpPr>
        <p:spPr>
          <a:xfrm>
            <a:off x="1870636" y="4876200"/>
            <a:ext cx="3043526" cy="123111"/>
          </a:xfrm>
          <a:prstGeom prst="rect">
            <a:avLst/>
          </a:prstGeom>
        </p:spPr>
        <p:txBody>
          <a:bodyPr vert="horz" wrap="square" lIns="0" tIns="0" rIns="0" bIns="0" rtlCol="0" anchor="t" anchorCtr="0">
            <a:spAutoFit/>
          </a:bodyPr>
          <a:lstStyle>
            <a:defPPr>
              <a:defRPr lang="en-US"/>
            </a:defPPr>
            <a:lvl1pPr marL="0" algn="l" defTabSz="713232" rtl="0" eaLnBrk="1" latinLnBrk="0" hangingPunct="1">
              <a:defRPr sz="800"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a:lstStyle>
          <a:p>
            <a:r>
              <a:rPr lang="en-US" dirty="0"/>
              <a:t>IEW, "Smart converters" group, Jun.-Prof. Dr.-Ing. Stefan Mönch</a:t>
            </a:r>
          </a:p>
        </p:txBody>
      </p:sp>
    </p:spTree>
    <p:extLst>
      <p:ext uri="{BB962C8B-B14F-4D97-AF65-F5344CB8AC3E}">
        <p14:creationId xmlns:p14="http://schemas.microsoft.com/office/powerpoint/2010/main" val="1297630091"/>
      </p:ext>
    </p:extLst>
  </p:cSld>
  <p:clrMap bg1="lt1" tx1="dk1" bg2="lt2" tx2="dk2" accent1="accent1" accent2="accent2" accent3="accent3" accent4="accent4" accent5="accent5" accent6="accent6" hlink="hlink" folHlink="folHlink"/>
  <p:sldLayoutIdLst>
    <p:sldLayoutId id="2147483688" r:id="rId1"/>
    <p:sldLayoutId id="2147483696" r:id="rId2"/>
    <p:sldLayoutId id="2147483695" r:id="rId3"/>
    <p:sldLayoutId id="2147483694" r:id="rId4"/>
    <p:sldLayoutId id="2147483662" r:id="rId5"/>
    <p:sldLayoutId id="2147483692"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4" r:id="rId22"/>
    <p:sldLayoutId id="2147483715" r:id="rId23"/>
  </p:sldLayoutIdLst>
  <p:hf hdr="0" dt="0"/>
  <p:txStyles>
    <p:titleStyle>
      <a:lvl1pPr algn="l" defTabSz="685793" rtl="0" eaLnBrk="1" latinLnBrk="0" hangingPunct="1">
        <a:lnSpc>
          <a:spcPct val="90000"/>
        </a:lnSpc>
        <a:spcBef>
          <a:spcPct val="0"/>
        </a:spcBef>
        <a:buNone/>
        <a:defRPr sz="1800" b="1" kern="1200">
          <a:solidFill>
            <a:schemeClr val="tx1"/>
          </a:solidFill>
          <a:latin typeface="+mj-lt"/>
          <a:ea typeface="+mj-ea"/>
          <a:cs typeface="+mj-cs"/>
        </a:defRPr>
      </a:lvl1pPr>
    </p:titleStyle>
    <p:bodyStyle>
      <a:lvl1pPr marL="171448" indent="-171448" algn="l" defTabSz="685793" rtl="0" eaLnBrk="1" latinLnBrk="0" hangingPunct="1">
        <a:lnSpc>
          <a:spcPct val="120000"/>
        </a:lnSpc>
        <a:spcBef>
          <a:spcPts val="750"/>
        </a:spcBef>
        <a:buClr>
          <a:schemeClr val="accent1"/>
        </a:buClr>
        <a:buFont typeface="Arial" panose="020B0604020202020204" pitchFamily="34" charset="0"/>
        <a:buChar char="•"/>
        <a:defRPr sz="1600" kern="1200">
          <a:solidFill>
            <a:schemeClr val="tx1"/>
          </a:solidFill>
          <a:latin typeface="+mn-lt"/>
          <a:ea typeface="+mn-ea"/>
          <a:cs typeface="+mn-cs"/>
        </a:defRPr>
      </a:lvl1pPr>
      <a:lvl2pPr marL="360360" indent="-184148" algn="l" defTabSz="685793" rtl="0" eaLnBrk="1" latinLnBrk="0" hangingPunct="1">
        <a:lnSpc>
          <a:spcPct val="120000"/>
        </a:lnSpc>
        <a:spcBef>
          <a:spcPts val="376"/>
        </a:spcBef>
        <a:buClr>
          <a:schemeClr val="tx1"/>
        </a:buClr>
        <a:buFont typeface="Arial" panose="020B0604020202020204" pitchFamily="34" charset="0"/>
        <a:buChar char="•"/>
        <a:defRPr sz="1600" kern="1200">
          <a:solidFill>
            <a:schemeClr val="tx1"/>
          </a:solidFill>
          <a:latin typeface="+mn-lt"/>
          <a:ea typeface="+mn-ea"/>
          <a:cs typeface="+mn-cs"/>
        </a:defRPr>
      </a:lvl2pPr>
      <a:lvl3pPr marL="536570" indent="-176212"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3pPr>
      <a:lvl4pPr marL="720718" indent="-184148"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4pPr>
      <a:lvl5pPr marL="896929" indent="-176212"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5pPr>
      <a:lvl6pPr marL="1885931"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6pPr>
      <a:lvl7pPr marL="2228828"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7pPr>
      <a:lvl8pPr marL="2571724"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8pPr>
      <a:lvl9pPr marL="2914621"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93" rtl="0" eaLnBrk="1" latinLnBrk="0" hangingPunct="1">
        <a:defRPr sz="1350" kern="1200">
          <a:solidFill>
            <a:schemeClr val="tx1"/>
          </a:solidFill>
          <a:latin typeface="+mn-lt"/>
          <a:ea typeface="+mn-ea"/>
          <a:cs typeface="+mn-cs"/>
        </a:defRPr>
      </a:lvl1pPr>
      <a:lvl2pPr marL="342897" algn="l" defTabSz="685793" rtl="0" eaLnBrk="1" latinLnBrk="0" hangingPunct="1">
        <a:defRPr sz="1350" kern="1200">
          <a:solidFill>
            <a:schemeClr val="tx1"/>
          </a:solidFill>
          <a:latin typeface="+mn-lt"/>
          <a:ea typeface="+mn-ea"/>
          <a:cs typeface="+mn-cs"/>
        </a:defRPr>
      </a:lvl2pPr>
      <a:lvl3pPr marL="685793" algn="l" defTabSz="685793" rtl="0" eaLnBrk="1" latinLnBrk="0" hangingPunct="1">
        <a:defRPr sz="1350" kern="1200">
          <a:solidFill>
            <a:schemeClr val="tx1"/>
          </a:solidFill>
          <a:latin typeface="+mn-lt"/>
          <a:ea typeface="+mn-ea"/>
          <a:cs typeface="+mn-cs"/>
        </a:defRPr>
      </a:lvl3pPr>
      <a:lvl4pPr marL="1028690" algn="l" defTabSz="685793" rtl="0" eaLnBrk="1" latinLnBrk="0" hangingPunct="1">
        <a:defRPr sz="1350" kern="1200">
          <a:solidFill>
            <a:schemeClr val="tx1"/>
          </a:solidFill>
          <a:latin typeface="+mn-lt"/>
          <a:ea typeface="+mn-ea"/>
          <a:cs typeface="+mn-cs"/>
        </a:defRPr>
      </a:lvl4pPr>
      <a:lvl5pPr marL="1371586" algn="l" defTabSz="685793" rtl="0" eaLnBrk="1" latinLnBrk="0" hangingPunct="1">
        <a:defRPr sz="1350" kern="1200">
          <a:solidFill>
            <a:schemeClr val="tx1"/>
          </a:solidFill>
          <a:latin typeface="+mn-lt"/>
          <a:ea typeface="+mn-ea"/>
          <a:cs typeface="+mn-cs"/>
        </a:defRPr>
      </a:lvl5pPr>
      <a:lvl6pPr marL="1714483" algn="l" defTabSz="685793" rtl="0" eaLnBrk="1" latinLnBrk="0" hangingPunct="1">
        <a:defRPr sz="1350" kern="1200">
          <a:solidFill>
            <a:schemeClr val="tx1"/>
          </a:solidFill>
          <a:latin typeface="+mn-lt"/>
          <a:ea typeface="+mn-ea"/>
          <a:cs typeface="+mn-cs"/>
        </a:defRPr>
      </a:lvl6pPr>
      <a:lvl7pPr marL="2057379" algn="l" defTabSz="685793" rtl="0" eaLnBrk="1" latinLnBrk="0" hangingPunct="1">
        <a:defRPr sz="1350" kern="1200">
          <a:solidFill>
            <a:schemeClr val="tx1"/>
          </a:solidFill>
          <a:latin typeface="+mn-lt"/>
          <a:ea typeface="+mn-ea"/>
          <a:cs typeface="+mn-cs"/>
        </a:defRPr>
      </a:lvl7pPr>
      <a:lvl8pPr marL="2400276" algn="l" defTabSz="685793" rtl="0" eaLnBrk="1" latinLnBrk="0" hangingPunct="1">
        <a:defRPr sz="1350" kern="1200">
          <a:solidFill>
            <a:schemeClr val="tx1"/>
          </a:solidFill>
          <a:latin typeface="+mn-lt"/>
          <a:ea typeface="+mn-ea"/>
          <a:cs typeface="+mn-cs"/>
        </a:defRPr>
      </a:lvl8pPr>
      <a:lvl9pPr marL="2743173" algn="l" defTabSz="68579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9" userDrawn="1">
          <p15:clr>
            <a:srgbClr val="F26B43"/>
          </p15:clr>
        </p15:guide>
        <p15:guide id="2" pos="295" userDrawn="1">
          <p15:clr>
            <a:srgbClr val="F26B43"/>
          </p15:clr>
        </p15:guide>
        <p15:guide id="3" orient="horz" pos="2967" userDrawn="1">
          <p15:clr>
            <a:srgbClr val="F26B43"/>
          </p15:clr>
        </p15:guide>
        <p15:guide id="4" pos="54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customXml" Target="../ink/ink10.xml"/><Relationship Id="rId3" Type="http://schemas.openxmlformats.org/officeDocument/2006/relationships/customXml" Target="../ink/ink1.xml"/><Relationship Id="rId7" Type="http://schemas.openxmlformats.org/officeDocument/2006/relationships/customXml" Target="../ink/ink4.xml"/><Relationship Id="rId12" Type="http://schemas.openxmlformats.org/officeDocument/2006/relationships/customXml" Target="../ink/ink9.xml"/><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customXml" Target="../ink/ink3.xml"/><Relationship Id="rId11" Type="http://schemas.openxmlformats.org/officeDocument/2006/relationships/customXml" Target="../ink/ink8.xml"/><Relationship Id="rId5" Type="http://schemas.openxmlformats.org/officeDocument/2006/relationships/customXml" Target="../ink/ink2.xml"/><Relationship Id="rId10" Type="http://schemas.openxmlformats.org/officeDocument/2006/relationships/customXml" Target="../ink/ink7.xml"/><Relationship Id="rId4" Type="http://schemas.openxmlformats.org/officeDocument/2006/relationships/image" Target="../media/image31.png"/><Relationship Id="rId9" Type="http://schemas.openxmlformats.org/officeDocument/2006/relationships/customXml" Target="../ink/ink6.xml"/><Relationship Id="rId14" Type="http://schemas.openxmlformats.org/officeDocument/2006/relationships/customXml" Target="../ink/ink11.xml"/></Relationships>
</file>

<file path=ppt/slides/_rels/slide22.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customXml" Target="../ink/ink22.xml"/><Relationship Id="rId3" Type="http://schemas.openxmlformats.org/officeDocument/2006/relationships/image" Target="../media/image31.png"/><Relationship Id="rId7" Type="http://schemas.openxmlformats.org/officeDocument/2006/relationships/customXml" Target="../ink/ink16.xml"/><Relationship Id="rId12" Type="http://schemas.openxmlformats.org/officeDocument/2006/relationships/customXml" Target="../ink/ink21.xml"/><Relationship Id="rId2" Type="http://schemas.openxmlformats.org/officeDocument/2006/relationships/customXml" Target="../ink/ink12.xml"/><Relationship Id="rId16"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customXml" Target="../ink/ink15.xml"/><Relationship Id="rId11" Type="http://schemas.openxmlformats.org/officeDocument/2006/relationships/customXml" Target="../ink/ink20.xml"/><Relationship Id="rId5" Type="http://schemas.openxmlformats.org/officeDocument/2006/relationships/customXml" Target="../ink/ink14.xml"/><Relationship Id="rId15" Type="http://schemas.openxmlformats.org/officeDocument/2006/relationships/customXml" Target="../ink/ink23.xml"/><Relationship Id="rId10" Type="http://schemas.openxmlformats.org/officeDocument/2006/relationships/customXml" Target="../ink/ink19.xml"/><Relationship Id="rId4" Type="http://schemas.openxmlformats.org/officeDocument/2006/relationships/customXml" Target="../ink/ink13.xml"/><Relationship Id="rId9" Type="http://schemas.openxmlformats.org/officeDocument/2006/relationships/customXml" Target="../ink/ink18.xml"/><Relationship Id="rId14"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customXml" Target="../ink/ink34.xml"/><Relationship Id="rId1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customXml" Target="../ink/ink28.xml"/><Relationship Id="rId12" Type="http://schemas.openxmlformats.org/officeDocument/2006/relationships/customXml" Target="../ink/ink33.xml"/><Relationship Id="rId17" Type="http://schemas.openxmlformats.org/officeDocument/2006/relationships/customXml" Target="../ink/ink38.xml"/><Relationship Id="rId2" Type="http://schemas.openxmlformats.org/officeDocument/2006/relationships/customXml" Target="../ink/ink24.xml"/><Relationship Id="rId16" Type="http://schemas.openxmlformats.org/officeDocument/2006/relationships/customXml" Target="../ink/ink37.xml"/><Relationship Id="rId1" Type="http://schemas.openxmlformats.org/officeDocument/2006/relationships/slideLayout" Target="../slideLayouts/slideLayout20.xml"/><Relationship Id="rId6" Type="http://schemas.openxmlformats.org/officeDocument/2006/relationships/customXml" Target="../ink/ink27.xml"/><Relationship Id="rId11" Type="http://schemas.openxmlformats.org/officeDocument/2006/relationships/customXml" Target="../ink/ink32.xml"/><Relationship Id="rId5" Type="http://schemas.openxmlformats.org/officeDocument/2006/relationships/customXml" Target="../ink/ink26.xml"/><Relationship Id="rId15" Type="http://schemas.openxmlformats.org/officeDocument/2006/relationships/customXml" Target="../ink/ink36.xml"/><Relationship Id="rId10" Type="http://schemas.openxmlformats.org/officeDocument/2006/relationships/customXml" Target="../ink/ink31.xml"/><Relationship Id="rId4" Type="http://schemas.openxmlformats.org/officeDocument/2006/relationships/customXml" Target="../ink/ink25.xml"/><Relationship Id="rId9" Type="http://schemas.openxmlformats.org/officeDocument/2006/relationships/customXml" Target="../ink/ink30.xml"/><Relationship Id="rId14" Type="http://schemas.openxmlformats.org/officeDocument/2006/relationships/customXml" Target="../ink/ink35.xml"/></Relationships>
</file>

<file path=ppt/slides/_rels/slide24.xml.rels><?xml version="1.0" encoding="UTF-8" standalone="yes"?>
<Relationships xmlns="http://schemas.openxmlformats.org/package/2006/relationships"><Relationship Id="rId8" Type="http://schemas.openxmlformats.org/officeDocument/2006/relationships/customXml" Target="../ink/ink44.xml"/><Relationship Id="rId13" Type="http://schemas.openxmlformats.org/officeDocument/2006/relationships/customXml" Target="../ink/ink49.xml"/><Relationship Id="rId1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customXml" Target="../ink/ink43.xml"/><Relationship Id="rId12" Type="http://schemas.openxmlformats.org/officeDocument/2006/relationships/customXml" Target="../ink/ink48.xml"/><Relationship Id="rId17" Type="http://schemas.openxmlformats.org/officeDocument/2006/relationships/customXml" Target="../ink/ink53.xml"/><Relationship Id="rId2" Type="http://schemas.openxmlformats.org/officeDocument/2006/relationships/customXml" Target="../ink/ink39.xml"/><Relationship Id="rId16" Type="http://schemas.openxmlformats.org/officeDocument/2006/relationships/customXml" Target="../ink/ink52.xml"/><Relationship Id="rId1" Type="http://schemas.openxmlformats.org/officeDocument/2006/relationships/slideLayout" Target="../slideLayouts/slideLayout20.xml"/><Relationship Id="rId6" Type="http://schemas.openxmlformats.org/officeDocument/2006/relationships/customXml" Target="../ink/ink42.xml"/><Relationship Id="rId11" Type="http://schemas.openxmlformats.org/officeDocument/2006/relationships/customXml" Target="../ink/ink47.xml"/><Relationship Id="rId5" Type="http://schemas.openxmlformats.org/officeDocument/2006/relationships/customXml" Target="../ink/ink41.xml"/><Relationship Id="rId15" Type="http://schemas.openxmlformats.org/officeDocument/2006/relationships/customXml" Target="../ink/ink51.xml"/><Relationship Id="rId10" Type="http://schemas.openxmlformats.org/officeDocument/2006/relationships/customXml" Target="../ink/ink46.xml"/><Relationship Id="rId4" Type="http://schemas.openxmlformats.org/officeDocument/2006/relationships/customXml" Target="../ink/ink40.xml"/><Relationship Id="rId9" Type="http://schemas.openxmlformats.org/officeDocument/2006/relationships/customXml" Target="../ink/ink45.xml"/><Relationship Id="rId14" Type="http://schemas.openxmlformats.org/officeDocument/2006/relationships/customXml" Target="../ink/ink50.xml"/></Relationships>
</file>

<file path=ppt/slides/_rels/slide25.xml.rels><?xml version="1.0" encoding="UTF-8" standalone="yes"?>
<Relationships xmlns="http://schemas.openxmlformats.org/package/2006/relationships"><Relationship Id="rId2" Type="http://schemas.openxmlformats.org/officeDocument/2006/relationships/image" Target="../media/image33.heic"/><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DFCA9A40-E650-46B6-84D8-E509BD423C95}"/>
              </a:ext>
            </a:extLst>
          </p:cNvPr>
          <p:cNvSpPr>
            <a:spLocks noGrp="1"/>
          </p:cNvSpPr>
          <p:nvPr>
            <p:ph type="body" sz="quarter" idx="13"/>
          </p:nvPr>
        </p:nvSpPr>
        <p:spPr/>
        <p:txBody>
          <a:bodyPr/>
          <a:lstStyle/>
          <a:p>
            <a:r>
              <a:rPr lang="de-DE" dirty="0">
                <a:latin typeface="Times New Roman" panose="02020603050405020304" pitchFamily="18" charset="0"/>
                <a:cs typeface="Times New Roman" panose="02020603050405020304" pitchFamily="18" charset="0"/>
              </a:rPr>
              <a:t>Institute of Electrical Energy Conversion</a:t>
            </a:r>
            <a:br>
              <a:rPr lang="de-DE" dirty="0">
                <a:latin typeface="Times New Roman" panose="02020603050405020304" pitchFamily="18" charset="0"/>
                <a:cs typeface="Times New Roman" panose="02020603050405020304" pitchFamily="18" charset="0"/>
              </a:rPr>
            </a:br>
            <a:endParaRPr lang="de-DE" dirty="0">
              <a:latin typeface="Times New Roman" panose="02020603050405020304" pitchFamily="18" charset="0"/>
              <a:cs typeface="Times New Roman" panose="02020603050405020304" pitchFamily="18" charset="0"/>
            </a:endParaRPr>
          </a:p>
        </p:txBody>
      </p:sp>
      <p:sp>
        <p:nvSpPr>
          <p:cNvPr id="3" name="Textplatzhalter 2">
            <a:extLst>
              <a:ext uri="{FF2B5EF4-FFF2-40B4-BE49-F238E27FC236}">
                <a16:creationId xmlns:a16="http://schemas.microsoft.com/office/drawing/2014/main" id="{3F4DB046-20CB-4D0C-9162-A6D539CA0F74}"/>
              </a:ext>
            </a:extLst>
          </p:cNvPr>
          <p:cNvSpPr>
            <a:spLocks noGrp="1"/>
          </p:cNvSpPr>
          <p:nvPr>
            <p:ph type="body" sz="quarter" idx="16"/>
          </p:nvPr>
        </p:nvSpPr>
        <p:spPr>
          <a:xfrm>
            <a:off x="388941" y="1929573"/>
            <a:ext cx="5069054" cy="1277861"/>
          </a:xfrm>
        </p:spPr>
        <p:txBody>
          <a:bodyPr/>
          <a:lstStyle/>
          <a:p>
            <a:r>
              <a:rPr lang="en-US" sz="2400" dirty="0"/>
              <a:t>Parametric TCAD-Based Investigation of 1200 V Class GaN Power HEMTs on Silicon and Sapphire Substrates</a:t>
            </a:r>
            <a:r>
              <a:rPr lang="de-DE" sz="2400" dirty="0">
                <a:latin typeface="Times New Roman" panose="02020603050405020304" pitchFamily="18" charset="0"/>
                <a:cs typeface="Times New Roman" panose="02020603050405020304" pitchFamily="18" charset="0"/>
              </a:rPr>
              <a:t>.</a:t>
            </a:r>
          </a:p>
        </p:txBody>
      </p:sp>
      <p:sp>
        <p:nvSpPr>
          <p:cNvPr id="4" name="Textplatzhalter 3">
            <a:extLst>
              <a:ext uri="{FF2B5EF4-FFF2-40B4-BE49-F238E27FC236}">
                <a16:creationId xmlns:a16="http://schemas.microsoft.com/office/drawing/2014/main" id="{40AFE49F-2681-46AB-8D3D-D229CFD5D6CE}"/>
              </a:ext>
            </a:extLst>
          </p:cNvPr>
          <p:cNvSpPr>
            <a:spLocks noGrp="1"/>
          </p:cNvSpPr>
          <p:nvPr>
            <p:ph type="body" sz="quarter" idx="18"/>
          </p:nvPr>
        </p:nvSpPr>
        <p:spPr>
          <a:xfrm>
            <a:off x="388941" y="3462850"/>
            <a:ext cx="5353491" cy="588645"/>
          </a:xfrm>
        </p:spPr>
        <p:txBody>
          <a:bodyPr/>
          <a:lstStyle/>
          <a:p>
            <a:r>
              <a:rPr lang="de-DE" sz="1400" dirty="0">
                <a:latin typeface="Times New Roman" panose="02020603050405020304" pitchFamily="18" charset="0"/>
                <a:cs typeface="Times New Roman" panose="02020603050405020304" pitchFamily="18" charset="0"/>
              </a:rPr>
              <a:t>Vaibhav Balotra</a:t>
            </a:r>
          </a:p>
          <a:p>
            <a:r>
              <a:rPr lang="de-DE" sz="1400" dirty="0">
                <a:latin typeface="Times New Roman" panose="02020603050405020304" pitchFamily="18" charset="0"/>
                <a:cs typeface="Times New Roman" panose="02020603050405020304" pitchFamily="18" charset="0"/>
              </a:rPr>
              <a:t>Research Thesis - </a:t>
            </a:r>
            <a:r>
              <a:rPr lang="de-DE" sz="1400" dirty="0" err="1">
                <a:latin typeface="Times New Roman" panose="02020603050405020304" pitchFamily="18" charset="0"/>
                <a:cs typeface="Times New Roman" panose="02020603050405020304" pitchFamily="18" charset="0"/>
              </a:rPr>
              <a:t>MSc</a:t>
            </a:r>
            <a:r>
              <a:rPr lang="de-DE" sz="1400" dirty="0">
                <a:latin typeface="Times New Roman" panose="02020603050405020304" pitchFamily="18" charset="0"/>
                <a:cs typeface="Times New Roman" panose="02020603050405020304" pitchFamily="18" charset="0"/>
              </a:rPr>
              <a:t>. Electrical Engineering</a:t>
            </a:r>
          </a:p>
        </p:txBody>
      </p:sp>
      <p:pic>
        <p:nvPicPr>
          <p:cNvPr id="11" name="Picture Placeholder 10">
            <a:extLst>
              <a:ext uri="{FF2B5EF4-FFF2-40B4-BE49-F238E27FC236}">
                <a16:creationId xmlns:a16="http://schemas.microsoft.com/office/drawing/2014/main" id="{C40E28BC-A409-1C37-9190-CAFF8268556E}"/>
              </a:ext>
            </a:extLst>
          </p:cNvPr>
          <p:cNvPicPr>
            <a:picLocks noGrp="1" noChangeAspect="1"/>
          </p:cNvPicPr>
          <p:nvPr>
            <p:ph type="pic" sz="quarter" idx="15"/>
          </p:nvPr>
        </p:nvPicPr>
        <p:blipFill>
          <a:blip r:embed="rId2">
            <a:extLst>
              <a:ext uri="{96DAC541-7B7A-43D3-8B79-37D633B846F1}">
                <asvg:svgBlip xmlns:asvg="http://schemas.microsoft.com/office/drawing/2016/SVG/main" r:embed="rId3"/>
              </a:ext>
            </a:extLst>
          </a:blip>
          <a:srcRect/>
          <a:stretch>
            <a:fillRect/>
          </a:stretch>
        </p:blipFill>
        <p:spPr>
          <a:xfrm>
            <a:off x="5457994" y="754430"/>
            <a:ext cx="3297065" cy="3297065"/>
          </a:xfrm>
        </p:spPr>
      </p:pic>
    </p:spTree>
    <p:extLst>
      <p:ext uri="{BB962C8B-B14F-4D97-AF65-F5344CB8AC3E}">
        <p14:creationId xmlns:p14="http://schemas.microsoft.com/office/powerpoint/2010/main" val="3642468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7">
            <a:extLst>
              <a:ext uri="{FF2B5EF4-FFF2-40B4-BE49-F238E27FC236}">
                <a16:creationId xmlns:a16="http://schemas.microsoft.com/office/drawing/2014/main" id="{F621C4C5-C88D-D39A-A026-9905384817C5}"/>
              </a:ext>
            </a:extLst>
          </p:cNvPr>
          <p:cNvSpPr>
            <a:spLocks noGrp="1"/>
          </p:cNvSpPr>
          <p:nvPr>
            <p:ph type="title"/>
          </p:nvPr>
        </p:nvSpPr>
        <p:spPr>
          <a:xfrm>
            <a:off x="355125" y="216913"/>
            <a:ext cx="8245475" cy="432000"/>
          </a:xfrm>
        </p:spPr>
        <p:txBody>
          <a:bodyPr/>
          <a:lstStyle/>
          <a:p>
            <a:r>
              <a:rPr lang="de-DE" dirty="0"/>
              <a:t>Background</a:t>
            </a:r>
          </a:p>
        </p:txBody>
      </p:sp>
      <p:sp>
        <p:nvSpPr>
          <p:cNvPr id="5" name="Inhaltsplatzhalter 12">
            <a:extLst>
              <a:ext uri="{FF2B5EF4-FFF2-40B4-BE49-F238E27FC236}">
                <a16:creationId xmlns:a16="http://schemas.microsoft.com/office/drawing/2014/main" id="{7DDF5CAA-87B3-2E77-7E2E-61D09B512F5D}"/>
              </a:ext>
            </a:extLst>
          </p:cNvPr>
          <p:cNvSpPr>
            <a:spLocks noGrp="1"/>
          </p:cNvSpPr>
          <p:nvPr>
            <p:ph sz="half" idx="1"/>
          </p:nvPr>
        </p:nvSpPr>
        <p:spPr>
          <a:xfrm>
            <a:off x="282904" y="1281190"/>
            <a:ext cx="3689337" cy="2811487"/>
          </a:xfrm>
        </p:spPr>
        <p:txBody>
          <a:bodyPr/>
          <a:lstStyle/>
          <a:p>
            <a:pPr>
              <a:buClrTx/>
            </a:pPr>
            <a:r>
              <a:rPr lang="en-US" sz="1200" b="0" i="0" u="none" strike="noStrike" baseline="0" dirty="0">
                <a:solidFill>
                  <a:srgbClr val="1F2937"/>
                </a:solidFill>
                <a:cs typeface="Times New Roman" panose="02020603050405020304" pitchFamily="18" charset="0"/>
              </a:rPr>
              <a:t>The transition to an emission-free future requires efficient, cost-effective power conversion at higher voltages for electric vehicles and renewable energy systems.</a:t>
            </a:r>
            <a:endParaRPr lang="de-DE" sz="1200" dirty="0">
              <a:cs typeface="Times New Roman" panose="02020603050405020304" pitchFamily="18" charset="0"/>
            </a:endParaRPr>
          </a:p>
          <a:p>
            <a:pPr>
              <a:buClrTx/>
            </a:pPr>
            <a:r>
              <a:rPr lang="en-US" sz="1200" dirty="0">
                <a:cs typeface="Times New Roman" panose="02020603050405020304" pitchFamily="18" charset="0"/>
              </a:rPr>
              <a:t>These high-power applications remain dominated by expensive SiC MOSFETs, as current GaN technology cannot yet meet the structural demands for higher voltage operation.</a:t>
            </a:r>
            <a:endParaRPr lang="en-US" sz="1200" dirty="0">
              <a:solidFill>
                <a:srgbClr val="1F2937"/>
              </a:solidFill>
              <a:cs typeface="Times New Roman" panose="02020603050405020304" pitchFamily="18" charset="0"/>
            </a:endParaRPr>
          </a:p>
          <a:p>
            <a:pPr>
              <a:buClrTx/>
            </a:pPr>
            <a:r>
              <a:rPr lang="en-US" sz="1200" dirty="0">
                <a:solidFill>
                  <a:srgbClr val="1F2937"/>
                </a:solidFill>
                <a:cs typeface="Times New Roman" panose="02020603050405020304" pitchFamily="18" charset="0"/>
              </a:rPr>
              <a:t>L</a:t>
            </a:r>
            <a:r>
              <a:rPr lang="en-US" sz="1200" b="0" i="0" u="none" strike="noStrike" baseline="0" dirty="0">
                <a:solidFill>
                  <a:srgbClr val="1F2937"/>
                </a:solidFill>
                <a:cs typeface="Times New Roman" panose="02020603050405020304" pitchFamily="18" charset="0"/>
              </a:rPr>
              <a:t>ateral GaN-on-Si </a:t>
            </a:r>
            <a:r>
              <a:rPr lang="en-US" sz="1200" dirty="0"/>
              <a:t>technology has demonstrated strong performance in the 600V class with relatively low-cost manufacturing </a:t>
            </a:r>
            <a:r>
              <a:rPr lang="en-US" sz="1200" b="0" i="0" u="none" strike="noStrike" baseline="0" dirty="0">
                <a:solidFill>
                  <a:srgbClr val="1F2937"/>
                </a:solidFill>
                <a:cs typeface="Times New Roman" panose="02020603050405020304" pitchFamily="18" charset="0"/>
              </a:rPr>
              <a:t>compared to SiC.</a:t>
            </a:r>
          </a:p>
        </p:txBody>
      </p:sp>
      <p:sp>
        <p:nvSpPr>
          <p:cNvPr id="13" name="Fußzeilenplatzhalter 18">
            <a:extLst>
              <a:ext uri="{FF2B5EF4-FFF2-40B4-BE49-F238E27FC236}">
                <a16:creationId xmlns:a16="http://schemas.microsoft.com/office/drawing/2014/main" id="{10A6CF62-8DEB-69F9-9A56-71B6CCC0AB0F}"/>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14" name="Foliennummernplatzhalter 1">
            <a:extLst>
              <a:ext uri="{FF2B5EF4-FFF2-40B4-BE49-F238E27FC236}">
                <a16:creationId xmlns:a16="http://schemas.microsoft.com/office/drawing/2014/main" id="{5A2BF37D-57CE-1F24-806C-5809F0A6A82B}"/>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2</a:t>
            </a:fld>
            <a:endParaRPr lang="en-US" dirty="0"/>
          </a:p>
        </p:txBody>
      </p:sp>
      <p:pic>
        <p:nvPicPr>
          <p:cNvPr id="4" name="Picture 3">
            <a:extLst>
              <a:ext uri="{FF2B5EF4-FFF2-40B4-BE49-F238E27FC236}">
                <a16:creationId xmlns:a16="http://schemas.microsoft.com/office/drawing/2014/main" id="{A2BAB7B9-4143-2BBE-38C4-00C43CC031B1}"/>
              </a:ext>
            </a:extLst>
          </p:cNvPr>
          <p:cNvPicPr>
            <a:picLocks noChangeAspect="1"/>
          </p:cNvPicPr>
          <p:nvPr/>
        </p:nvPicPr>
        <p:blipFill>
          <a:blip r:embed="rId2"/>
          <a:stretch>
            <a:fillRect/>
          </a:stretch>
        </p:blipFill>
        <p:spPr>
          <a:xfrm>
            <a:off x="4572000" y="639132"/>
            <a:ext cx="4289096" cy="3865233"/>
          </a:xfrm>
          <a:prstGeom prst="rect">
            <a:avLst/>
          </a:prstGeom>
        </p:spPr>
      </p:pic>
    </p:spTree>
    <p:extLst>
      <p:ext uri="{BB962C8B-B14F-4D97-AF65-F5344CB8AC3E}">
        <p14:creationId xmlns:p14="http://schemas.microsoft.com/office/powerpoint/2010/main" val="228862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7">
            <a:extLst>
              <a:ext uri="{FF2B5EF4-FFF2-40B4-BE49-F238E27FC236}">
                <a16:creationId xmlns:a16="http://schemas.microsoft.com/office/drawing/2014/main" id="{F621C4C5-C88D-D39A-A026-9905384817C5}"/>
              </a:ext>
            </a:extLst>
          </p:cNvPr>
          <p:cNvSpPr>
            <a:spLocks noGrp="1"/>
          </p:cNvSpPr>
          <p:nvPr>
            <p:ph type="title"/>
          </p:nvPr>
        </p:nvSpPr>
        <p:spPr>
          <a:xfrm>
            <a:off x="355125" y="216913"/>
            <a:ext cx="8245475" cy="432000"/>
          </a:xfrm>
        </p:spPr>
        <p:txBody>
          <a:bodyPr/>
          <a:lstStyle/>
          <a:p>
            <a:r>
              <a:rPr lang="de-DE" dirty="0"/>
              <a:t>Motivation</a:t>
            </a:r>
          </a:p>
        </p:txBody>
      </p:sp>
      <p:sp>
        <p:nvSpPr>
          <p:cNvPr id="5" name="Inhaltsplatzhalter 12">
            <a:extLst>
              <a:ext uri="{FF2B5EF4-FFF2-40B4-BE49-F238E27FC236}">
                <a16:creationId xmlns:a16="http://schemas.microsoft.com/office/drawing/2014/main" id="{7DDF5CAA-87B3-2E77-7E2E-61D09B512F5D}"/>
              </a:ext>
            </a:extLst>
          </p:cNvPr>
          <p:cNvSpPr>
            <a:spLocks noGrp="1"/>
          </p:cNvSpPr>
          <p:nvPr>
            <p:ph sz="half" idx="1"/>
          </p:nvPr>
        </p:nvSpPr>
        <p:spPr>
          <a:xfrm>
            <a:off x="1019251" y="3964486"/>
            <a:ext cx="7105498" cy="661151"/>
          </a:xfrm>
        </p:spPr>
        <p:txBody>
          <a:bodyPr/>
          <a:lstStyle/>
          <a:p>
            <a:pPr marL="0" indent="0" algn="ctr">
              <a:buNone/>
            </a:pPr>
            <a:r>
              <a:rPr lang="en-US" sz="1200" dirty="0"/>
              <a:t>The radar chart compares GaN, SiC, and Silicon across key material properties. GaN leads in critical electric field and electron velocity. The two properties that matter most for high-voltage, high-frequency switching. This is why GaN can, in theory, outperform SiC at 1200 V.</a:t>
            </a:r>
            <a:endParaRPr lang="en-US" sz="1000" b="0" i="0" u="none" strike="noStrike" baseline="0" dirty="0">
              <a:solidFill>
                <a:srgbClr val="1F2937"/>
              </a:solidFill>
              <a:cs typeface="Times New Roman" panose="02020603050405020304" pitchFamily="18" charset="0"/>
            </a:endParaRPr>
          </a:p>
        </p:txBody>
      </p:sp>
      <p:sp>
        <p:nvSpPr>
          <p:cNvPr id="13" name="Fußzeilenplatzhalter 18">
            <a:extLst>
              <a:ext uri="{FF2B5EF4-FFF2-40B4-BE49-F238E27FC236}">
                <a16:creationId xmlns:a16="http://schemas.microsoft.com/office/drawing/2014/main" id="{10A6CF62-8DEB-69F9-9A56-71B6CCC0AB0F}"/>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14" name="Foliennummernplatzhalter 1">
            <a:extLst>
              <a:ext uri="{FF2B5EF4-FFF2-40B4-BE49-F238E27FC236}">
                <a16:creationId xmlns:a16="http://schemas.microsoft.com/office/drawing/2014/main" id="{5A2BF37D-57CE-1F24-806C-5809F0A6A82B}"/>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3</a:t>
            </a:fld>
            <a:endParaRPr lang="en-US" dirty="0"/>
          </a:p>
        </p:txBody>
      </p:sp>
      <p:pic>
        <p:nvPicPr>
          <p:cNvPr id="6" name="Picture 5">
            <a:extLst>
              <a:ext uri="{FF2B5EF4-FFF2-40B4-BE49-F238E27FC236}">
                <a16:creationId xmlns:a16="http://schemas.microsoft.com/office/drawing/2014/main" id="{27F06A5A-4077-BDF7-FD6C-3CF9B5F0869A}"/>
              </a:ext>
            </a:extLst>
          </p:cNvPr>
          <p:cNvPicPr>
            <a:picLocks noChangeAspect="1"/>
          </p:cNvPicPr>
          <p:nvPr/>
        </p:nvPicPr>
        <p:blipFill>
          <a:blip r:embed="rId2"/>
          <a:stretch>
            <a:fillRect/>
          </a:stretch>
        </p:blipFill>
        <p:spPr>
          <a:xfrm>
            <a:off x="1186575" y="648913"/>
            <a:ext cx="6582574" cy="3065011"/>
          </a:xfrm>
          <a:prstGeom prst="rect">
            <a:avLst/>
          </a:prstGeom>
        </p:spPr>
      </p:pic>
    </p:spTree>
    <p:extLst>
      <p:ext uri="{BB962C8B-B14F-4D97-AF65-F5344CB8AC3E}">
        <p14:creationId xmlns:p14="http://schemas.microsoft.com/office/powerpoint/2010/main" val="3750522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7">
            <a:extLst>
              <a:ext uri="{FF2B5EF4-FFF2-40B4-BE49-F238E27FC236}">
                <a16:creationId xmlns:a16="http://schemas.microsoft.com/office/drawing/2014/main" id="{F621C4C5-C88D-D39A-A026-9905384817C5}"/>
              </a:ext>
            </a:extLst>
          </p:cNvPr>
          <p:cNvSpPr>
            <a:spLocks noGrp="1"/>
          </p:cNvSpPr>
          <p:nvPr>
            <p:ph type="title"/>
          </p:nvPr>
        </p:nvSpPr>
        <p:spPr>
          <a:xfrm>
            <a:off x="466726" y="313821"/>
            <a:ext cx="8245475" cy="220632"/>
          </a:xfrm>
        </p:spPr>
        <p:txBody>
          <a:bodyPr/>
          <a:lstStyle/>
          <a:p>
            <a:r>
              <a:rPr lang="de-DE" dirty="0"/>
              <a:t>Problem</a:t>
            </a:r>
          </a:p>
        </p:txBody>
      </p:sp>
      <p:sp>
        <p:nvSpPr>
          <p:cNvPr id="5" name="Inhaltsplatzhalter 12">
            <a:extLst>
              <a:ext uri="{FF2B5EF4-FFF2-40B4-BE49-F238E27FC236}">
                <a16:creationId xmlns:a16="http://schemas.microsoft.com/office/drawing/2014/main" id="{7DDF5CAA-87B3-2E77-7E2E-61D09B512F5D}"/>
              </a:ext>
            </a:extLst>
          </p:cNvPr>
          <p:cNvSpPr>
            <a:spLocks noGrp="1"/>
          </p:cNvSpPr>
          <p:nvPr>
            <p:ph sz="half" idx="1"/>
          </p:nvPr>
        </p:nvSpPr>
        <p:spPr>
          <a:xfrm>
            <a:off x="149875" y="1568478"/>
            <a:ext cx="4261616" cy="1639296"/>
          </a:xfrm>
        </p:spPr>
        <p:txBody>
          <a:bodyPr/>
          <a:lstStyle/>
          <a:p>
            <a:pPr marL="0" indent="0">
              <a:buClrTx/>
              <a:buNone/>
            </a:pPr>
            <a:r>
              <a:rPr lang="en-US" sz="1200" dirty="0">
                <a:cs typeface="Times New Roman" panose="02020603050405020304" pitchFamily="18" charset="0"/>
              </a:rPr>
              <a:t>The major challenge for GaN-on-Silicon is scaling beyond 1200V, primarily due to lattice mismatch that </a:t>
            </a:r>
            <a:r>
              <a:rPr lang="en-US" sz="1200" dirty="0">
                <a:solidFill>
                  <a:srgbClr val="FF0000"/>
                </a:solidFill>
                <a:cs typeface="Times New Roman" panose="02020603050405020304" pitchFamily="18" charset="0"/>
              </a:rPr>
              <a:t>restricts the GaN buffer thickness to roughly</a:t>
            </a:r>
            <a:r>
              <a:rPr lang="en-US" sz="1200" dirty="0">
                <a:cs typeface="Times New Roman" panose="02020603050405020304" pitchFamily="18" charset="0"/>
              </a:rPr>
              <a:t> </a:t>
            </a:r>
            <a:r>
              <a:rPr lang="en-US" sz="1200" dirty="0">
                <a:solidFill>
                  <a:srgbClr val="FF0000"/>
                </a:solidFill>
                <a:cs typeface="Times New Roman" panose="02020603050405020304" pitchFamily="18" charset="0"/>
              </a:rPr>
              <a:t>5 µm</a:t>
            </a:r>
            <a:r>
              <a:rPr lang="en-US" sz="1200" dirty="0">
                <a:cs typeface="Times New Roman" panose="02020603050405020304" pitchFamily="18" charset="0"/>
              </a:rPr>
              <a:t>. With a breakdown field significantly below 200V/µm, the blocking voltage is effectively capped at 600V–1000V, falling short of the 1200V and 1500V ratings required for modern electromobility and renewable energy systems.</a:t>
            </a:r>
          </a:p>
        </p:txBody>
      </p:sp>
      <p:sp>
        <p:nvSpPr>
          <p:cNvPr id="13" name="Fußzeilenplatzhalter 18">
            <a:extLst>
              <a:ext uri="{FF2B5EF4-FFF2-40B4-BE49-F238E27FC236}">
                <a16:creationId xmlns:a16="http://schemas.microsoft.com/office/drawing/2014/main" id="{10A6CF62-8DEB-69F9-9A56-71B6CCC0AB0F}"/>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14" name="Foliennummernplatzhalter 1">
            <a:extLst>
              <a:ext uri="{FF2B5EF4-FFF2-40B4-BE49-F238E27FC236}">
                <a16:creationId xmlns:a16="http://schemas.microsoft.com/office/drawing/2014/main" id="{5A2BF37D-57CE-1F24-806C-5809F0A6A82B}"/>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4</a:t>
            </a:fld>
            <a:endParaRPr lang="en-US" dirty="0"/>
          </a:p>
        </p:txBody>
      </p:sp>
      <p:pic>
        <p:nvPicPr>
          <p:cNvPr id="6" name="Picture 5">
            <a:extLst>
              <a:ext uri="{FF2B5EF4-FFF2-40B4-BE49-F238E27FC236}">
                <a16:creationId xmlns:a16="http://schemas.microsoft.com/office/drawing/2014/main" id="{0ED7ABEC-9386-291B-F923-97DB9A330405}"/>
              </a:ext>
            </a:extLst>
          </p:cNvPr>
          <p:cNvPicPr>
            <a:picLocks noChangeAspect="1"/>
          </p:cNvPicPr>
          <p:nvPr/>
        </p:nvPicPr>
        <p:blipFill>
          <a:blip r:embed="rId2"/>
          <a:stretch>
            <a:fillRect/>
          </a:stretch>
        </p:blipFill>
        <p:spPr>
          <a:xfrm>
            <a:off x="4732510" y="648913"/>
            <a:ext cx="4141647" cy="3610667"/>
          </a:xfrm>
          <a:prstGeom prst="rect">
            <a:avLst/>
          </a:prstGeom>
        </p:spPr>
      </p:pic>
      <p:cxnSp>
        <p:nvCxnSpPr>
          <p:cNvPr id="8" name="Straight Arrow Connector 7">
            <a:extLst>
              <a:ext uri="{FF2B5EF4-FFF2-40B4-BE49-F238E27FC236}">
                <a16:creationId xmlns:a16="http://schemas.microsoft.com/office/drawing/2014/main" id="{ED89E3B3-BAB5-CB33-4503-AE769B770026}"/>
              </a:ext>
            </a:extLst>
          </p:cNvPr>
          <p:cNvCxnSpPr>
            <a:cxnSpLocks/>
          </p:cNvCxnSpPr>
          <p:nvPr/>
        </p:nvCxnSpPr>
        <p:spPr>
          <a:xfrm>
            <a:off x="6666269" y="883920"/>
            <a:ext cx="0" cy="153416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10" name="TextBox 9">
            <a:extLst>
              <a:ext uri="{FF2B5EF4-FFF2-40B4-BE49-F238E27FC236}">
                <a16:creationId xmlns:a16="http://schemas.microsoft.com/office/drawing/2014/main" id="{5771CEED-D62B-CF29-6179-988347B98BFA}"/>
              </a:ext>
            </a:extLst>
          </p:cNvPr>
          <p:cNvSpPr txBox="1"/>
          <p:nvPr/>
        </p:nvSpPr>
        <p:spPr>
          <a:xfrm>
            <a:off x="6819901" y="1568478"/>
            <a:ext cx="506549" cy="100605"/>
          </a:xfrm>
          <a:prstGeom prst="rect">
            <a:avLst/>
          </a:prstGeom>
          <a:noFill/>
        </p:spPr>
        <p:txBody>
          <a:bodyPr wrap="none" lIns="0" tIns="0" rIns="0" bIns="0" rtlCol="0">
            <a:spAutoFit/>
          </a:bodyPr>
          <a:lstStyle/>
          <a:p>
            <a:pPr>
              <a:lnSpc>
                <a:spcPct val="120000"/>
              </a:lnSpc>
              <a:spcBef>
                <a:spcPts val="750"/>
              </a:spcBef>
              <a:buClr>
                <a:schemeClr val="accent1"/>
              </a:buClr>
            </a:pPr>
            <a:r>
              <a:rPr lang="en-US" sz="600" i="1" dirty="0">
                <a:solidFill>
                  <a:srgbClr val="FFC000"/>
                </a:solidFill>
              </a:rPr>
              <a:t>Limited to 5um</a:t>
            </a:r>
            <a:endParaRPr lang="de-DE" sz="600" i="1" dirty="0">
              <a:solidFill>
                <a:srgbClr val="FFC000"/>
              </a:solidFill>
            </a:endParaRPr>
          </a:p>
        </p:txBody>
      </p:sp>
      <p:sp>
        <p:nvSpPr>
          <p:cNvPr id="18" name="Freeform: Shape 17">
            <a:extLst>
              <a:ext uri="{FF2B5EF4-FFF2-40B4-BE49-F238E27FC236}">
                <a16:creationId xmlns:a16="http://schemas.microsoft.com/office/drawing/2014/main" id="{38B7D13B-E2F7-D194-4458-4A2F4E743C48}"/>
              </a:ext>
            </a:extLst>
          </p:cNvPr>
          <p:cNvSpPr/>
          <p:nvPr/>
        </p:nvSpPr>
        <p:spPr>
          <a:xfrm>
            <a:off x="8507730" y="1398270"/>
            <a:ext cx="198120" cy="1261110"/>
          </a:xfrm>
          <a:custGeom>
            <a:avLst/>
            <a:gdLst>
              <a:gd name="connsiteX0" fmla="*/ 198120 w 198120"/>
              <a:gd name="connsiteY0" fmla="*/ 0 h 1261110"/>
              <a:gd name="connsiteX1" fmla="*/ 0 w 198120"/>
              <a:gd name="connsiteY1" fmla="*/ 1261110 h 1261110"/>
            </a:gdLst>
            <a:ahLst/>
            <a:cxnLst>
              <a:cxn ang="0">
                <a:pos x="connsiteX0" y="connsiteY0"/>
              </a:cxn>
              <a:cxn ang="0">
                <a:pos x="connsiteX1" y="connsiteY1"/>
              </a:cxn>
            </a:cxnLst>
            <a:rect l="l" t="t" r="r" b="b"/>
            <a:pathLst>
              <a:path w="198120" h="1261110">
                <a:moveTo>
                  <a:pt x="198120" y="0"/>
                </a:moveTo>
                <a:cubicBezTo>
                  <a:pt x="119380" y="556260"/>
                  <a:pt x="40640" y="1112520"/>
                  <a:pt x="0" y="126111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33313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7">
            <a:extLst>
              <a:ext uri="{FF2B5EF4-FFF2-40B4-BE49-F238E27FC236}">
                <a16:creationId xmlns:a16="http://schemas.microsoft.com/office/drawing/2014/main" id="{F621C4C5-C88D-D39A-A026-9905384817C5}"/>
              </a:ext>
            </a:extLst>
          </p:cNvPr>
          <p:cNvSpPr>
            <a:spLocks noGrp="1"/>
          </p:cNvSpPr>
          <p:nvPr>
            <p:ph type="title"/>
          </p:nvPr>
        </p:nvSpPr>
        <p:spPr>
          <a:xfrm>
            <a:off x="393462" y="274109"/>
            <a:ext cx="8245475" cy="432000"/>
          </a:xfrm>
        </p:spPr>
        <p:txBody>
          <a:bodyPr/>
          <a:lstStyle/>
          <a:p>
            <a:r>
              <a:rPr lang="de-DE" dirty="0"/>
              <a:t>Research Question</a:t>
            </a:r>
          </a:p>
        </p:txBody>
      </p:sp>
      <p:sp>
        <p:nvSpPr>
          <p:cNvPr id="13" name="Fußzeilenplatzhalter 18">
            <a:extLst>
              <a:ext uri="{FF2B5EF4-FFF2-40B4-BE49-F238E27FC236}">
                <a16:creationId xmlns:a16="http://schemas.microsoft.com/office/drawing/2014/main" id="{10A6CF62-8DEB-69F9-9A56-71B6CCC0AB0F}"/>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14" name="Foliennummernplatzhalter 1">
            <a:extLst>
              <a:ext uri="{FF2B5EF4-FFF2-40B4-BE49-F238E27FC236}">
                <a16:creationId xmlns:a16="http://schemas.microsoft.com/office/drawing/2014/main" id="{5A2BF37D-57CE-1F24-806C-5809F0A6A82B}"/>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5</a:t>
            </a:fld>
            <a:endParaRPr lang="en-US" dirty="0"/>
          </a:p>
        </p:txBody>
      </p:sp>
      <p:sp>
        <p:nvSpPr>
          <p:cNvPr id="18" name="Freeform: Shape 17">
            <a:extLst>
              <a:ext uri="{FF2B5EF4-FFF2-40B4-BE49-F238E27FC236}">
                <a16:creationId xmlns:a16="http://schemas.microsoft.com/office/drawing/2014/main" id="{38B7D13B-E2F7-D194-4458-4A2F4E743C48}"/>
              </a:ext>
            </a:extLst>
          </p:cNvPr>
          <p:cNvSpPr/>
          <p:nvPr/>
        </p:nvSpPr>
        <p:spPr>
          <a:xfrm>
            <a:off x="8507730" y="1398270"/>
            <a:ext cx="198120" cy="1261110"/>
          </a:xfrm>
          <a:custGeom>
            <a:avLst/>
            <a:gdLst>
              <a:gd name="connsiteX0" fmla="*/ 198120 w 198120"/>
              <a:gd name="connsiteY0" fmla="*/ 0 h 1261110"/>
              <a:gd name="connsiteX1" fmla="*/ 0 w 198120"/>
              <a:gd name="connsiteY1" fmla="*/ 1261110 h 1261110"/>
            </a:gdLst>
            <a:ahLst/>
            <a:cxnLst>
              <a:cxn ang="0">
                <a:pos x="connsiteX0" y="connsiteY0"/>
              </a:cxn>
              <a:cxn ang="0">
                <a:pos x="connsiteX1" y="connsiteY1"/>
              </a:cxn>
            </a:cxnLst>
            <a:rect l="l" t="t" r="r" b="b"/>
            <a:pathLst>
              <a:path w="198120" h="1261110">
                <a:moveTo>
                  <a:pt x="198120" y="0"/>
                </a:moveTo>
                <a:cubicBezTo>
                  <a:pt x="119380" y="556260"/>
                  <a:pt x="40640" y="1112520"/>
                  <a:pt x="0" y="126111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Content Placeholder 1">
            <a:extLst>
              <a:ext uri="{FF2B5EF4-FFF2-40B4-BE49-F238E27FC236}">
                <a16:creationId xmlns:a16="http://schemas.microsoft.com/office/drawing/2014/main" id="{9ADC1E28-1E18-4E38-FEF4-95A945B941BC}"/>
              </a:ext>
            </a:extLst>
          </p:cNvPr>
          <p:cNvSpPr>
            <a:spLocks noGrp="1" noChangeArrowheads="1"/>
          </p:cNvSpPr>
          <p:nvPr>
            <p:ph sz="half" idx="1"/>
          </p:nvPr>
        </p:nvSpPr>
        <p:spPr bwMode="auto">
          <a:xfrm>
            <a:off x="393462" y="997774"/>
            <a:ext cx="835707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dirty="0"/>
              <a:t>How can we implement an insulating backplane to stop vertical leakage, and how does this alter parasitic capacitance?</a:t>
            </a:r>
            <a:br>
              <a:rPr lang="en-US" dirty="0"/>
            </a:br>
            <a:endParaRPr lang="en-US"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dirty="0"/>
              <a:t>If vertical failure is prevented, what is the exact trade-off between extending the drift region for higher voltage and losing efficiency to resistance?</a:t>
            </a:r>
            <a:br>
              <a:rPr lang="en-US" dirty="0"/>
            </a:br>
            <a:endParaRPr lang="en-US"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dirty="0"/>
              <a:t>What new electric field stress emerges at the surface under extreme voltages, and how can we mitigate it without ruining high-frequency switching?</a:t>
            </a:r>
            <a:endParaRPr kumimoji="0" lang="de-DE" altLang="de-DE"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1886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el 7">
            <a:extLst>
              <a:ext uri="{FF2B5EF4-FFF2-40B4-BE49-F238E27FC236}">
                <a16:creationId xmlns:a16="http://schemas.microsoft.com/office/drawing/2014/main" id="{2D606306-4A8B-761C-89C3-1A53C6032A3E}"/>
              </a:ext>
            </a:extLst>
          </p:cNvPr>
          <p:cNvSpPr>
            <a:spLocks noGrp="1"/>
          </p:cNvSpPr>
          <p:nvPr>
            <p:ph type="title"/>
          </p:nvPr>
        </p:nvSpPr>
        <p:spPr>
          <a:xfrm>
            <a:off x="243525" y="168803"/>
            <a:ext cx="8245475" cy="266983"/>
          </a:xfrm>
        </p:spPr>
        <p:txBody>
          <a:bodyPr/>
          <a:lstStyle/>
          <a:p>
            <a:r>
              <a:rPr lang="de-DE" dirty="0"/>
              <a:t>Approach</a:t>
            </a:r>
          </a:p>
        </p:txBody>
      </p:sp>
      <p:sp>
        <p:nvSpPr>
          <p:cNvPr id="41" name="Fußzeilenplatzhalter 3">
            <a:extLst>
              <a:ext uri="{FF2B5EF4-FFF2-40B4-BE49-F238E27FC236}">
                <a16:creationId xmlns:a16="http://schemas.microsoft.com/office/drawing/2014/main" id="{D9E2C06D-E290-2E0A-C37E-25BE2539C700}"/>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42" name="Foliennummernplatzhalter 1">
            <a:extLst>
              <a:ext uri="{FF2B5EF4-FFF2-40B4-BE49-F238E27FC236}">
                <a16:creationId xmlns:a16="http://schemas.microsoft.com/office/drawing/2014/main" id="{CA5BFEC1-84CE-A78A-9EA8-370C251FBD3F}"/>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6</a:t>
            </a:fld>
            <a:endParaRPr lang="en-US" dirty="0"/>
          </a:p>
        </p:txBody>
      </p:sp>
      <p:pic>
        <p:nvPicPr>
          <p:cNvPr id="5" name="Picture 4">
            <a:extLst>
              <a:ext uri="{FF2B5EF4-FFF2-40B4-BE49-F238E27FC236}">
                <a16:creationId xmlns:a16="http://schemas.microsoft.com/office/drawing/2014/main" id="{D361C364-4D0B-21D3-7A8E-E65A20A6E901}"/>
              </a:ext>
            </a:extLst>
          </p:cNvPr>
          <p:cNvPicPr>
            <a:picLocks noChangeAspect="1"/>
          </p:cNvPicPr>
          <p:nvPr/>
        </p:nvPicPr>
        <p:blipFill>
          <a:blip r:embed="rId2"/>
          <a:stretch>
            <a:fillRect/>
          </a:stretch>
        </p:blipFill>
        <p:spPr>
          <a:xfrm>
            <a:off x="433399" y="720419"/>
            <a:ext cx="8277202" cy="3702661"/>
          </a:xfrm>
          <a:prstGeom prst="rect">
            <a:avLst/>
          </a:prstGeom>
        </p:spPr>
      </p:pic>
    </p:spTree>
    <p:extLst>
      <p:ext uri="{BB962C8B-B14F-4D97-AF65-F5344CB8AC3E}">
        <p14:creationId xmlns:p14="http://schemas.microsoft.com/office/powerpoint/2010/main" val="2531544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71FEF193-A450-3059-5640-FC2C9A0EF818}"/>
              </a:ext>
            </a:extLst>
          </p:cNvPr>
          <p:cNvSpPr>
            <a:spLocks noGrp="1"/>
          </p:cNvSpPr>
          <p:nvPr>
            <p:ph type="title"/>
          </p:nvPr>
        </p:nvSpPr>
        <p:spPr>
          <a:xfrm>
            <a:off x="164271" y="65841"/>
            <a:ext cx="8245475" cy="267299"/>
          </a:xfrm>
        </p:spPr>
        <p:txBody>
          <a:bodyPr/>
          <a:lstStyle/>
          <a:p>
            <a:r>
              <a:rPr lang="en-US" dirty="0"/>
              <a:t>Approach - Workflow</a:t>
            </a:r>
            <a:endParaRPr lang="de-DE" dirty="0"/>
          </a:p>
        </p:txBody>
      </p:sp>
      <p:sp>
        <p:nvSpPr>
          <p:cNvPr id="13" name="Fußzeilenplatzhalter 18">
            <a:extLst>
              <a:ext uri="{FF2B5EF4-FFF2-40B4-BE49-F238E27FC236}">
                <a16:creationId xmlns:a16="http://schemas.microsoft.com/office/drawing/2014/main" id="{10A6CF62-8DEB-69F9-9A56-71B6CCC0AB0F}"/>
              </a:ext>
            </a:extLst>
          </p:cNvPr>
          <p:cNvSpPr>
            <a:spLocks noGrp="1"/>
          </p:cNvSpPr>
          <p:nvPr>
            <p:ph type="ftr" sz="quarter" idx="11"/>
          </p:nvPr>
        </p:nvSpPr>
        <p:spPr/>
        <p:txBody>
          <a:bodyPr/>
          <a:lstStyle/>
          <a:p>
            <a:r>
              <a:rPr lang="en-US" dirty="0"/>
              <a:t>Vaibhav Balotra</a:t>
            </a:r>
          </a:p>
        </p:txBody>
      </p:sp>
      <p:sp>
        <p:nvSpPr>
          <p:cNvPr id="14" name="Foliennummernplatzhalter 1">
            <a:extLst>
              <a:ext uri="{FF2B5EF4-FFF2-40B4-BE49-F238E27FC236}">
                <a16:creationId xmlns:a16="http://schemas.microsoft.com/office/drawing/2014/main" id="{5A2BF37D-57CE-1F24-806C-5809F0A6A82B}"/>
              </a:ext>
            </a:extLst>
          </p:cNvPr>
          <p:cNvSpPr>
            <a:spLocks noGrp="1"/>
          </p:cNvSpPr>
          <p:nvPr>
            <p:ph type="sldNum" sz="quarter" idx="12"/>
          </p:nvPr>
        </p:nvSpPr>
        <p:spPr/>
        <p:txBody>
          <a:bodyPr/>
          <a:lstStyle/>
          <a:p>
            <a:fld id="{9E82CC3C-1DC0-4FDA-9590-6CC506AB67F8}" type="slidenum">
              <a:rPr lang="en-US" smtClean="0"/>
              <a:pPr/>
              <a:t>7</a:t>
            </a:fld>
            <a:endParaRPr lang="en-US" dirty="0"/>
          </a:p>
        </p:txBody>
      </p:sp>
      <p:pic>
        <p:nvPicPr>
          <p:cNvPr id="17" name="Picture 16">
            <a:extLst>
              <a:ext uri="{FF2B5EF4-FFF2-40B4-BE49-F238E27FC236}">
                <a16:creationId xmlns:a16="http://schemas.microsoft.com/office/drawing/2014/main" id="{2200DCEC-6AB3-8AD7-A174-16448C540CFC}"/>
              </a:ext>
            </a:extLst>
          </p:cNvPr>
          <p:cNvPicPr>
            <a:picLocks noChangeAspect="1"/>
          </p:cNvPicPr>
          <p:nvPr/>
        </p:nvPicPr>
        <p:blipFill>
          <a:blip r:embed="rId2"/>
          <a:srcRect b="101"/>
          <a:stretch/>
        </p:blipFill>
        <p:spPr>
          <a:xfrm>
            <a:off x="510314" y="333140"/>
            <a:ext cx="7553388" cy="4446739"/>
          </a:xfrm>
          <a:prstGeom prst="rect">
            <a:avLst/>
          </a:prstGeom>
        </p:spPr>
      </p:pic>
    </p:spTree>
    <p:extLst>
      <p:ext uri="{BB962C8B-B14F-4D97-AF65-F5344CB8AC3E}">
        <p14:creationId xmlns:p14="http://schemas.microsoft.com/office/powerpoint/2010/main" val="245852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itel 7">
            <a:extLst>
              <a:ext uri="{FF2B5EF4-FFF2-40B4-BE49-F238E27FC236}">
                <a16:creationId xmlns:a16="http://schemas.microsoft.com/office/drawing/2014/main" id="{4CD8D3EE-5F28-6617-D0E8-41BEDDD78F77}"/>
              </a:ext>
            </a:extLst>
          </p:cNvPr>
          <p:cNvSpPr>
            <a:spLocks noGrp="1"/>
          </p:cNvSpPr>
          <p:nvPr>
            <p:ph type="title"/>
          </p:nvPr>
        </p:nvSpPr>
        <p:spPr>
          <a:xfrm>
            <a:off x="334724" y="144189"/>
            <a:ext cx="8245475" cy="263774"/>
          </a:xfrm>
        </p:spPr>
        <p:txBody>
          <a:bodyPr/>
          <a:lstStyle/>
          <a:p>
            <a:r>
              <a:rPr lang="de-DE" dirty="0"/>
              <a:t>TCAD Framework</a:t>
            </a:r>
            <a:br>
              <a:rPr lang="en-US" sz="1800" dirty="0"/>
            </a:br>
            <a:endParaRPr lang="de-DE" dirty="0"/>
          </a:p>
        </p:txBody>
      </p:sp>
      <p:sp>
        <p:nvSpPr>
          <p:cNvPr id="6" name="Fußzeilenplatzhalter 3">
            <a:extLst>
              <a:ext uri="{FF2B5EF4-FFF2-40B4-BE49-F238E27FC236}">
                <a16:creationId xmlns:a16="http://schemas.microsoft.com/office/drawing/2014/main" id="{3E11A2B6-80AD-64F7-C76D-8D767D1CA90C}"/>
              </a:ext>
            </a:extLst>
          </p:cNvPr>
          <p:cNvSpPr>
            <a:spLocks noGrp="1"/>
          </p:cNvSpPr>
          <p:nvPr>
            <p:ph type="ftr" sz="quarter" idx="17"/>
          </p:nvPr>
        </p:nvSpPr>
        <p:spPr>
          <a:xfrm>
            <a:off x="466726" y="4876200"/>
            <a:ext cx="1403910" cy="123111"/>
          </a:xfrm>
        </p:spPr>
        <p:txBody>
          <a:bodyPr/>
          <a:lstStyle/>
          <a:p>
            <a:r>
              <a:rPr lang="en-US" dirty="0"/>
              <a:t>Vaibhav Balotra</a:t>
            </a:r>
          </a:p>
        </p:txBody>
      </p:sp>
      <p:sp>
        <p:nvSpPr>
          <p:cNvPr id="7" name="Foliennummernplatzhalter 1">
            <a:extLst>
              <a:ext uri="{FF2B5EF4-FFF2-40B4-BE49-F238E27FC236}">
                <a16:creationId xmlns:a16="http://schemas.microsoft.com/office/drawing/2014/main" id="{F2C4807C-CED2-1490-6638-46F4419CBAF8}"/>
              </a:ext>
            </a:extLst>
          </p:cNvPr>
          <p:cNvSpPr>
            <a:spLocks noGrp="1"/>
          </p:cNvSpPr>
          <p:nvPr>
            <p:ph type="sldNum" sz="quarter" idx="18"/>
          </p:nvPr>
        </p:nvSpPr>
        <p:spPr>
          <a:xfrm>
            <a:off x="8489000" y="4876200"/>
            <a:ext cx="223200" cy="123111"/>
          </a:xfrm>
        </p:spPr>
        <p:txBody>
          <a:bodyPr/>
          <a:lstStyle/>
          <a:p>
            <a:fld id="{9E82CC3C-1DC0-4FDA-9590-6CC506AB67F8}" type="slidenum">
              <a:rPr lang="en-US" smtClean="0"/>
              <a:pPr/>
              <a:t>8</a:t>
            </a:fld>
            <a:endParaRPr lang="en-US" dirty="0"/>
          </a:p>
        </p:txBody>
      </p:sp>
      <p:graphicFrame>
        <p:nvGraphicFramePr>
          <p:cNvPr id="8" name="Table 7">
            <a:extLst>
              <a:ext uri="{FF2B5EF4-FFF2-40B4-BE49-F238E27FC236}">
                <a16:creationId xmlns:a16="http://schemas.microsoft.com/office/drawing/2014/main" id="{816EF9D1-7D36-CF36-143D-7A0EB480DE30}"/>
              </a:ext>
            </a:extLst>
          </p:cNvPr>
          <p:cNvGraphicFramePr>
            <a:graphicFrameLocks noGrp="1"/>
          </p:cNvGraphicFramePr>
          <p:nvPr>
            <p:extLst>
              <p:ext uri="{D42A27DB-BD31-4B8C-83A1-F6EECF244321}">
                <p14:modId xmlns:p14="http://schemas.microsoft.com/office/powerpoint/2010/main" val="2051344270"/>
              </p:ext>
            </p:extLst>
          </p:nvPr>
        </p:nvGraphicFramePr>
        <p:xfrm>
          <a:off x="145510" y="507668"/>
          <a:ext cx="8506122" cy="4128163"/>
        </p:xfrm>
        <a:graphic>
          <a:graphicData uri="http://schemas.openxmlformats.org/drawingml/2006/table">
            <a:tbl>
              <a:tblPr>
                <a:tableStyleId>{5940675A-B579-460E-94D1-54222C63F5DA}</a:tableStyleId>
              </a:tblPr>
              <a:tblGrid>
                <a:gridCol w="1376311">
                  <a:extLst>
                    <a:ext uri="{9D8B030D-6E8A-4147-A177-3AD203B41FA5}">
                      <a16:colId xmlns:a16="http://schemas.microsoft.com/office/drawing/2014/main" val="386403625"/>
                    </a:ext>
                  </a:extLst>
                </a:gridCol>
                <a:gridCol w="1303474">
                  <a:extLst>
                    <a:ext uri="{9D8B030D-6E8A-4147-A177-3AD203B41FA5}">
                      <a16:colId xmlns:a16="http://schemas.microsoft.com/office/drawing/2014/main" val="2590566282"/>
                    </a:ext>
                  </a:extLst>
                </a:gridCol>
                <a:gridCol w="5826337">
                  <a:extLst>
                    <a:ext uri="{9D8B030D-6E8A-4147-A177-3AD203B41FA5}">
                      <a16:colId xmlns:a16="http://schemas.microsoft.com/office/drawing/2014/main" val="1711280835"/>
                    </a:ext>
                  </a:extLst>
                </a:gridCol>
              </a:tblGrid>
              <a:tr h="218320">
                <a:tc>
                  <a:txBody>
                    <a:bodyPr/>
                    <a:lstStyle/>
                    <a:p>
                      <a:pPr rtl="0"/>
                      <a:r>
                        <a:rPr lang="de-DE" sz="1000" b="1" dirty="0">
                          <a:solidFill>
                            <a:srgbClr val="1F1F1F"/>
                          </a:solidFill>
                          <a:effectLst/>
                        </a:rPr>
                        <a:t>Category</a:t>
                      </a:r>
                      <a:endParaRPr lang="de-DE" sz="1000" dirty="0">
                        <a:solidFill>
                          <a:srgbClr val="1F1F1F"/>
                        </a:solidFill>
                        <a:effectLst/>
                        <a:latin typeface="Google Sans Text"/>
                      </a:endParaRPr>
                    </a:p>
                  </a:txBody>
                  <a:tcPr marL="35160" marR="35160" marT="23440" marB="23440" anchor="ctr"/>
                </a:tc>
                <a:tc>
                  <a:txBody>
                    <a:bodyPr/>
                    <a:lstStyle/>
                    <a:p>
                      <a:pPr rtl="0"/>
                      <a:r>
                        <a:rPr lang="de-DE" sz="1000" b="1" dirty="0">
                          <a:solidFill>
                            <a:srgbClr val="1F1F1F"/>
                          </a:solidFill>
                          <a:effectLst/>
                        </a:rPr>
                        <a:t>Parameter / Feature</a:t>
                      </a:r>
                      <a:endParaRPr lang="de-DE" sz="1000" dirty="0">
                        <a:solidFill>
                          <a:srgbClr val="1F1F1F"/>
                        </a:solidFill>
                        <a:effectLst/>
                        <a:latin typeface="Google Sans Text"/>
                      </a:endParaRPr>
                    </a:p>
                  </a:txBody>
                  <a:tcPr marL="35160" marR="35160" marT="23440" marB="23440" anchor="ctr"/>
                </a:tc>
                <a:tc>
                  <a:txBody>
                    <a:bodyPr/>
                    <a:lstStyle/>
                    <a:p>
                      <a:pPr rtl="0"/>
                      <a:r>
                        <a:rPr lang="de-DE" sz="1000" b="1" dirty="0">
                          <a:solidFill>
                            <a:srgbClr val="1F1F1F"/>
                          </a:solidFill>
                          <a:effectLst/>
                        </a:rPr>
                        <a:t>Implementation Details</a:t>
                      </a:r>
                      <a:endParaRPr lang="de-DE"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1677857678"/>
                  </a:ext>
                </a:extLst>
              </a:tr>
              <a:tr h="398033">
                <a:tc rowSpan="4">
                  <a:txBody>
                    <a:bodyPr/>
                    <a:lstStyle/>
                    <a:p>
                      <a:pPr rtl="0"/>
                      <a:r>
                        <a:rPr lang="de-DE" sz="1000" b="1" dirty="0">
                          <a:solidFill>
                            <a:srgbClr val="1F1F1F"/>
                          </a:solidFill>
                          <a:effectLst/>
                        </a:rPr>
                        <a:t>Physical Models</a:t>
                      </a:r>
                      <a:endParaRPr lang="de-DE" sz="1000" dirty="0">
                        <a:solidFill>
                          <a:srgbClr val="1F1F1F"/>
                        </a:solidFill>
                        <a:effectLst/>
                        <a:latin typeface="+mj-lt"/>
                      </a:endParaRPr>
                    </a:p>
                  </a:txBody>
                  <a:tcPr marL="35160" marR="35160" marT="23440" marB="23440" anchor="ctr"/>
                </a:tc>
                <a:tc>
                  <a:txBody>
                    <a:bodyPr/>
                    <a:lstStyle/>
                    <a:p>
                      <a:pPr rtl="0"/>
                      <a:r>
                        <a:rPr lang="en-US" sz="1000" noProof="0" dirty="0">
                          <a:solidFill>
                            <a:srgbClr val="1F1F1F"/>
                          </a:solidFill>
                          <a:effectLst/>
                        </a:rPr>
                        <a:t>Polarization</a:t>
                      </a:r>
                      <a:endParaRPr lang="en-US" sz="1000" noProof="0" dirty="0">
                        <a:solidFill>
                          <a:srgbClr val="1F1F1F"/>
                        </a:solidFill>
                        <a:effectLst/>
                        <a:latin typeface="Google Sans Text"/>
                      </a:endParaRPr>
                    </a:p>
                  </a:txBody>
                  <a:tcPr marL="35160" marR="35160" marT="23440" marB="23440" anchor="ctr"/>
                </a:tc>
                <a:tc>
                  <a:txBody>
                    <a:bodyPr/>
                    <a:lstStyle/>
                    <a:p>
                      <a:pPr rtl="0"/>
                      <a:r>
                        <a:rPr lang="en-US" sz="1000" kern="1200" dirty="0">
                          <a:solidFill>
                            <a:schemeClr val="tx1"/>
                          </a:solidFill>
                          <a:effectLst/>
                          <a:latin typeface="+mn-lt"/>
                          <a:ea typeface="+mn-ea"/>
                          <a:cs typeface="+mn-cs"/>
                        </a:rPr>
                        <a:t>Spontaneous and piezoelectric polarization with a 0.6 scale factor (60% relaxation) alongside calculated strain.</a:t>
                      </a:r>
                      <a:endParaRPr lang="en-US"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3230122424"/>
                  </a:ext>
                </a:extLst>
              </a:tr>
              <a:tr h="398033">
                <a:tc vMerge="1">
                  <a:txBody>
                    <a:bodyPr/>
                    <a:lstStyle/>
                    <a:p>
                      <a:pPr rtl="0"/>
                      <a:endParaRPr lang="de-DE" sz="1000" dirty="0">
                        <a:solidFill>
                          <a:srgbClr val="1F1F1F"/>
                        </a:solidFill>
                        <a:effectLst/>
                        <a:latin typeface="+mj-l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dirty="0">
                          <a:solidFill>
                            <a:srgbClr val="1F1F1F"/>
                          </a:solidFill>
                          <a:effectLst/>
                        </a:rPr>
                        <a:t>Recombination</a:t>
                      </a:r>
                      <a:endParaRPr lang="de-DE" sz="1000" dirty="0">
                        <a:solidFill>
                          <a:srgbClr val="1F1F1F"/>
                        </a:solidFill>
                        <a:effectLst/>
                        <a:latin typeface="Google Sans Text"/>
                      </a:endParaRPr>
                    </a:p>
                  </a:txBody>
                  <a:tcPr marL="35160" marR="35160" marT="23440" marB="23440" anchor="ctr"/>
                </a:tc>
                <a:tc>
                  <a:txBody>
                    <a:bodyPr/>
                    <a:lstStyle/>
                    <a:p>
                      <a:pPr rtl="0"/>
                      <a:r>
                        <a:rPr lang="en-US" sz="1000" kern="1200" dirty="0">
                          <a:solidFill>
                            <a:schemeClr val="tx1"/>
                          </a:solidFill>
                          <a:effectLst/>
                          <a:latin typeface="+mn-lt"/>
                          <a:ea typeface="+mn-ea"/>
                          <a:cs typeface="+mn-cs"/>
                        </a:rPr>
                        <a:t>Shockley-Read-Hall (SRH), Auger recombination, and Fermi-Dirac statistics at 300K.</a:t>
                      </a:r>
                      <a:endParaRPr lang="en-US"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4032218019"/>
                  </a:ext>
                </a:extLst>
              </a:tr>
              <a:tr h="398033">
                <a:tc vMerge="1">
                  <a:txBody>
                    <a:bodyPr/>
                    <a:lstStyle/>
                    <a:p>
                      <a:pPr rtl="0"/>
                      <a:endParaRPr lang="de-DE" sz="1000" dirty="0">
                        <a:solidFill>
                          <a:srgbClr val="1F1F1F"/>
                        </a:solidFill>
                        <a:effectLst/>
                        <a:latin typeface="+mj-l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a:solidFill>
                            <a:srgbClr val="1F1F1F"/>
                          </a:solidFill>
                          <a:effectLst/>
                        </a:rPr>
                        <a:t>Mobility</a:t>
                      </a:r>
                      <a:endParaRPr lang="de-DE" sz="1000">
                        <a:solidFill>
                          <a:srgbClr val="1F1F1F"/>
                        </a:solidFill>
                        <a:effectLst/>
                        <a:latin typeface="Google Sans Text"/>
                      </a:endParaRPr>
                    </a:p>
                  </a:txBody>
                  <a:tcPr marL="35160" marR="35160" marT="23440" marB="23440" anchor="ctr"/>
                </a:tc>
                <a:tc>
                  <a:txBody>
                    <a:bodyPr/>
                    <a:lstStyle/>
                    <a:p>
                      <a:pPr rtl="0"/>
                      <a:r>
                        <a:rPr lang="en-US" sz="1000" dirty="0"/>
                        <a:t>Field-dependent saturation velocity (VSAT) and temperature-dependent mobility models. </a:t>
                      </a:r>
                      <a:endParaRPr lang="de-DE"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3585488172"/>
                  </a:ext>
                </a:extLst>
              </a:tr>
              <a:tr h="398033">
                <a:tc vMerge="1">
                  <a:txBody>
                    <a:bodyPr/>
                    <a:lstStyle/>
                    <a:p>
                      <a:pPr rtl="0"/>
                      <a:endParaRPr lang="de-DE" sz="1000" dirty="0">
                        <a:solidFill>
                          <a:srgbClr val="1F1F1F"/>
                        </a:solidFill>
                        <a:effectLst/>
                        <a:latin typeface="+mj-l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dirty="0">
                          <a:solidFill>
                            <a:srgbClr val="1F1F1F"/>
                          </a:solidFill>
                          <a:effectLst/>
                        </a:rPr>
                        <a:t>Impact Ionization</a:t>
                      </a:r>
                      <a:endParaRPr lang="de-DE" sz="1000" dirty="0">
                        <a:solidFill>
                          <a:srgbClr val="1F1F1F"/>
                        </a:solidFill>
                        <a:effectLst/>
                        <a:latin typeface="Google Sans Text"/>
                      </a:endParaRPr>
                    </a:p>
                  </a:txBody>
                  <a:tcPr marL="35160" marR="35160" marT="23440" marB="23440" anchor="ctr"/>
                </a:tc>
                <a:tc>
                  <a:txBody>
                    <a:bodyPr/>
                    <a:lstStyle/>
                    <a:p>
                      <a:pPr rtl="0"/>
                      <a:r>
                        <a:rPr lang="en-US" sz="1000" dirty="0"/>
                        <a:t>Selberherr impact ionization model implemented to capture GaN high-voltage breakdown.</a:t>
                      </a:r>
                      <a:endParaRPr lang="en-US"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3901990335"/>
                  </a:ext>
                </a:extLst>
              </a:tr>
              <a:tr h="484702">
                <a:tc rowSpan="3">
                  <a:txBody>
                    <a:bodyPr/>
                    <a:lstStyle/>
                    <a:p>
                      <a:pPr rtl="0"/>
                      <a:r>
                        <a:rPr lang="en-US" sz="1000" b="1" noProof="0" dirty="0">
                          <a:solidFill>
                            <a:srgbClr val="1F1F1F"/>
                          </a:solidFill>
                          <a:effectLst/>
                        </a:rPr>
                        <a:t>Meshing Strategy</a:t>
                      </a:r>
                      <a:endParaRPr lang="en-US" sz="1000" noProof="0" dirty="0">
                        <a:solidFill>
                          <a:srgbClr val="1F1F1F"/>
                        </a:solidFill>
                        <a:effectLst/>
                        <a:latin typeface="Google Sans Text"/>
                      </a:endParaRPr>
                    </a:p>
                  </a:txBody>
                  <a:tcPr marL="35160" marR="35160" marT="23440" marB="23440" anchor="ctr"/>
                </a:tc>
                <a:tc>
                  <a:txBody>
                    <a:bodyPr/>
                    <a:lstStyle/>
                    <a:p>
                      <a:pPr rtl="0"/>
                      <a:r>
                        <a:rPr lang="de-DE" sz="1000" dirty="0">
                          <a:solidFill>
                            <a:srgbClr val="1F1F1F"/>
                          </a:solidFill>
                          <a:effectLst/>
                        </a:rPr>
                        <a:t>2DEG Channel</a:t>
                      </a:r>
                      <a:endParaRPr lang="de-DE" sz="1000" dirty="0">
                        <a:solidFill>
                          <a:srgbClr val="1F1F1F"/>
                        </a:solidFill>
                        <a:effectLst/>
                        <a:latin typeface="Google Sans Text"/>
                      </a:endParaRPr>
                    </a:p>
                  </a:txBody>
                  <a:tcPr marL="35160" marR="35160" marT="23440" marB="23440" anchor="ctr"/>
                </a:tc>
                <a:tc>
                  <a:txBody>
                    <a:bodyPr/>
                    <a:lstStyle/>
                    <a:p>
                      <a:pPr rtl="0"/>
                      <a:r>
                        <a:rPr lang="de-DE" sz="1000" dirty="0"/>
                        <a:t>Ultra-fine vertical grid spacing down to </a:t>
                      </a:r>
                      <a:r>
                        <a:rPr lang="de-DE" sz="1000" kern="1200" dirty="0">
                          <a:solidFill>
                            <a:schemeClr val="tx1"/>
                          </a:solidFill>
                          <a:effectLst/>
                          <a:latin typeface="+mn-lt"/>
                          <a:ea typeface="+mn-ea"/>
                          <a:cs typeface="+mn-cs"/>
                        </a:rPr>
                        <a:t>1nm</a:t>
                      </a:r>
                      <a:r>
                        <a:rPr lang="de-DE" sz="1000" dirty="0"/>
                        <a:t> precisely at the AlGaN/GaN heterojunction.</a:t>
                      </a:r>
                      <a:endParaRPr lang="de-DE"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3762787071"/>
                  </a:ext>
                </a:extLst>
              </a:tr>
              <a:tr h="398033">
                <a:tc vMerge="1">
                  <a:txBody>
                    <a:bodyPr/>
                    <a:lstStyle/>
                    <a:p>
                      <a:pPr rtl="0"/>
                      <a:endParaRPr lang="de-DE" sz="1000" dirty="0">
                        <a:solidFill>
                          <a:srgbClr val="1F1F1F"/>
                        </a:solidFill>
                        <a:effectLst/>
                        <a:latin typeface="Google Sans Tex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dirty="0">
                          <a:solidFill>
                            <a:srgbClr val="1F1F1F"/>
                          </a:solidFill>
                          <a:effectLst/>
                        </a:rPr>
                        <a:t>Electrode Edges</a:t>
                      </a:r>
                      <a:endParaRPr lang="de-DE" sz="1000" dirty="0">
                        <a:solidFill>
                          <a:srgbClr val="1F1F1F"/>
                        </a:solidFill>
                        <a:effectLst/>
                        <a:latin typeface="Google Sans Text"/>
                      </a:endParaRPr>
                    </a:p>
                  </a:txBody>
                  <a:tcPr marL="35160" marR="35160" marT="23440" marB="23440" anchor="ctr"/>
                </a:tc>
                <a:tc>
                  <a:txBody>
                    <a:bodyPr/>
                    <a:lstStyle/>
                    <a:p>
                      <a:pPr rtl="0"/>
                      <a:r>
                        <a:rPr lang="en-US" sz="1000" dirty="0">
                          <a:solidFill>
                            <a:srgbClr val="1F1F1F"/>
                          </a:solidFill>
                          <a:effectLst/>
                        </a:rPr>
                        <a:t>0.1µm refinement at Gate, source and Drain edges </a:t>
                      </a:r>
                      <a:r>
                        <a:rPr lang="en-US" sz="1000" dirty="0"/>
                        <a:t>to resolve peak electric fields.</a:t>
                      </a:r>
                      <a:endParaRPr lang="en-US"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2820849828"/>
                  </a:ext>
                </a:extLst>
              </a:tr>
              <a:tr h="484702">
                <a:tc vMerge="1">
                  <a:txBody>
                    <a:bodyPr/>
                    <a:lstStyle/>
                    <a:p>
                      <a:pPr rtl="0"/>
                      <a:endParaRPr lang="de-DE" sz="1000" dirty="0">
                        <a:solidFill>
                          <a:srgbClr val="1F1F1F"/>
                        </a:solidFill>
                        <a:effectLst/>
                        <a:latin typeface="Google Sans Tex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dirty="0">
                          <a:solidFill>
                            <a:srgbClr val="1F1F1F"/>
                          </a:solidFill>
                          <a:effectLst/>
                        </a:rPr>
                        <a:t>Substrate</a:t>
                      </a:r>
                      <a:endParaRPr lang="de-DE" sz="1000" dirty="0">
                        <a:solidFill>
                          <a:srgbClr val="1F1F1F"/>
                        </a:solidFill>
                        <a:effectLst/>
                        <a:latin typeface="Google Sans Text"/>
                      </a:endParaRPr>
                    </a:p>
                  </a:txBody>
                  <a:tcPr marL="35160" marR="35160" marT="23440" marB="23440" anchor="ctr"/>
                </a:tc>
                <a:tc>
                  <a:txBody>
                    <a:bodyPr/>
                    <a:lstStyle/>
                    <a:p>
                      <a:pPr rtl="0"/>
                      <a:r>
                        <a:rPr lang="en-US" sz="1000" dirty="0">
                          <a:solidFill>
                            <a:srgbClr val="1F1F1F"/>
                          </a:solidFill>
                          <a:effectLst/>
                        </a:rPr>
                        <a:t>Relaxed grid (up to 10 µm spacing) to optimize speed.</a:t>
                      </a:r>
                      <a:endParaRPr lang="en-US"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2004518198"/>
                  </a:ext>
                </a:extLst>
              </a:tr>
              <a:tr h="398033">
                <a:tc rowSpan="2">
                  <a:txBody>
                    <a:bodyPr/>
                    <a:lstStyle/>
                    <a:p>
                      <a:pPr rtl="0"/>
                      <a:r>
                        <a:rPr lang="de-DE" sz="1000" b="1" dirty="0">
                          <a:solidFill>
                            <a:srgbClr val="1F1F1F"/>
                          </a:solidFill>
                          <a:effectLst/>
                        </a:rPr>
                        <a:t>Numerical Execution</a:t>
                      </a:r>
                      <a:endParaRPr lang="de-DE" sz="1000" dirty="0">
                        <a:solidFill>
                          <a:srgbClr val="1F1F1F"/>
                        </a:solidFill>
                        <a:effectLst/>
                        <a:latin typeface="Google Sans Text"/>
                      </a:endParaRPr>
                    </a:p>
                  </a:txBody>
                  <a:tcPr marL="35160" marR="35160" marT="23440" marB="23440" anchor="ctr"/>
                </a:tc>
                <a:tc>
                  <a:txBody>
                    <a:bodyPr/>
                    <a:lstStyle/>
                    <a:p>
                      <a:pPr rtl="0"/>
                      <a:r>
                        <a:rPr lang="de-DE" sz="1000">
                          <a:solidFill>
                            <a:srgbClr val="1F1F1F"/>
                          </a:solidFill>
                          <a:effectLst/>
                        </a:rPr>
                        <a:t>Simulator Engine</a:t>
                      </a:r>
                      <a:endParaRPr lang="de-DE" sz="1000">
                        <a:solidFill>
                          <a:srgbClr val="1F1F1F"/>
                        </a:solidFill>
                        <a:effectLst/>
                        <a:latin typeface="Google Sans Text"/>
                      </a:endParaRPr>
                    </a:p>
                  </a:txBody>
                  <a:tcPr marL="35160" marR="35160" marT="23440" marB="23440" anchor="ctr"/>
                </a:tc>
                <a:tc>
                  <a:txBody>
                    <a:bodyPr/>
                    <a:lstStyle/>
                    <a:p>
                      <a:pPr rtl="0"/>
                      <a:r>
                        <a:rPr lang="de-DE" sz="1000" dirty="0">
                          <a:solidFill>
                            <a:srgbClr val="1F1F1F"/>
                          </a:solidFill>
                          <a:effectLst/>
                        </a:rPr>
                        <a:t>Silvaco Victory Device (2D Finite-Element) </a:t>
                      </a:r>
                      <a:endParaRPr lang="de-DE" sz="1000" dirty="0">
                        <a:solidFill>
                          <a:srgbClr val="1F1F1F"/>
                        </a:solidFill>
                        <a:effectLst/>
                        <a:latin typeface="Google Sans Text"/>
                      </a:endParaRPr>
                    </a:p>
                  </a:txBody>
                  <a:tcPr marL="35160" marR="35160" marT="23440" marB="23440" anchor="ctr"/>
                </a:tc>
                <a:extLst>
                  <a:ext uri="{0D108BD9-81ED-4DB2-BD59-A6C34878D82A}">
                    <a16:rowId xmlns:a16="http://schemas.microsoft.com/office/drawing/2014/main" val="3522124895"/>
                  </a:ext>
                </a:extLst>
              </a:tr>
              <a:tr h="552241">
                <a:tc vMerge="1">
                  <a:txBody>
                    <a:bodyPr/>
                    <a:lstStyle/>
                    <a:p>
                      <a:pPr rtl="0"/>
                      <a:endParaRPr lang="de-DE" sz="1000" dirty="0">
                        <a:solidFill>
                          <a:srgbClr val="1F1F1F"/>
                        </a:solidFill>
                        <a:effectLst/>
                        <a:latin typeface="Google Sans Text"/>
                      </a:endParaRPr>
                    </a:p>
                  </a:txBody>
                  <a:tcPr marL="35160" marR="35160" marT="23440" marB="2344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rtl="0"/>
                      <a:r>
                        <a:rPr lang="de-DE" sz="1000">
                          <a:solidFill>
                            <a:srgbClr val="1F1F1F"/>
                          </a:solidFill>
                          <a:effectLst/>
                        </a:rPr>
                        <a:t>Mathematical Solver</a:t>
                      </a:r>
                      <a:endParaRPr lang="de-DE" sz="1000">
                        <a:solidFill>
                          <a:srgbClr val="1F1F1F"/>
                        </a:solidFill>
                        <a:effectLst/>
                        <a:latin typeface="Google Sans Text"/>
                      </a:endParaRPr>
                    </a:p>
                  </a:txBody>
                  <a:tcPr marL="35160" marR="35160" marT="23440" marB="23440" anchor="ctr"/>
                </a:tc>
                <a:tc>
                  <a:txBody>
                    <a:bodyPr/>
                    <a:lstStyle/>
                    <a:p>
                      <a:r>
                        <a:rPr lang="en-US" sz="1000" b="1" kern="1200" dirty="0">
                          <a:solidFill>
                            <a:schemeClr val="tx1"/>
                          </a:solidFill>
                          <a:effectLst/>
                          <a:latin typeface="+mn-lt"/>
                          <a:ea typeface="+mn-ea"/>
                          <a:cs typeface="+mn-cs"/>
                        </a:rPr>
                        <a:t>Newton Method:</a:t>
                      </a:r>
                      <a:r>
                        <a:rPr lang="en-US" sz="1000" kern="1200" dirty="0">
                          <a:solidFill>
                            <a:schemeClr val="tx1"/>
                          </a:solidFill>
                          <a:effectLst/>
                          <a:latin typeface="+mn-lt"/>
                          <a:ea typeface="+mn-ea"/>
                          <a:cs typeface="+mn-cs"/>
                        </a:rPr>
                        <a:t> Solves standard I</a:t>
                      </a:r>
                      <a:r>
                        <a:rPr lang="en-US" sz="700" kern="1200" dirty="0">
                          <a:solidFill>
                            <a:schemeClr val="tx1"/>
                          </a:solidFill>
                          <a:effectLst/>
                          <a:latin typeface="+mn-lt"/>
                          <a:ea typeface="+mn-ea"/>
                          <a:cs typeface="+mn-cs"/>
                        </a:rPr>
                        <a:t>d</a:t>
                      </a:r>
                      <a:r>
                        <a:rPr lang="en-US" sz="1000" kern="1200" dirty="0">
                          <a:solidFill>
                            <a:schemeClr val="tx1"/>
                          </a:solidFill>
                          <a:effectLst/>
                          <a:latin typeface="+mn-lt"/>
                          <a:ea typeface="+mn-ea"/>
                          <a:cs typeface="+mn-cs"/>
                        </a:rPr>
                        <a:t>-V</a:t>
                      </a:r>
                      <a:r>
                        <a:rPr lang="en-US" sz="700" kern="1200" dirty="0">
                          <a:solidFill>
                            <a:schemeClr val="tx1"/>
                          </a:solidFill>
                          <a:effectLst/>
                          <a:latin typeface="+mn-lt"/>
                          <a:ea typeface="+mn-ea"/>
                          <a:cs typeface="+mn-cs"/>
                        </a:rPr>
                        <a:t>g</a:t>
                      </a:r>
                      <a:r>
                        <a:rPr lang="en-US" sz="1000" kern="1200" dirty="0">
                          <a:solidFill>
                            <a:schemeClr val="tx1"/>
                          </a:solidFill>
                          <a:effectLst/>
                          <a:latin typeface="+mn-lt"/>
                          <a:ea typeface="+mn-ea"/>
                          <a:cs typeface="+mn-cs"/>
                        </a:rPr>
                        <a:t>, I</a:t>
                      </a:r>
                      <a:r>
                        <a:rPr lang="en-US" sz="700" kern="1200" dirty="0">
                          <a:solidFill>
                            <a:schemeClr val="tx1"/>
                          </a:solidFill>
                          <a:effectLst/>
                          <a:latin typeface="+mn-lt"/>
                          <a:ea typeface="+mn-ea"/>
                          <a:cs typeface="+mn-cs"/>
                        </a:rPr>
                        <a:t>d</a:t>
                      </a:r>
                      <a:r>
                        <a:rPr lang="en-US" sz="1000" kern="1200" dirty="0">
                          <a:solidFill>
                            <a:schemeClr val="tx1"/>
                          </a:solidFill>
                          <a:effectLst/>
                          <a:latin typeface="+mn-lt"/>
                          <a:ea typeface="+mn-ea"/>
                          <a:cs typeface="+mn-cs"/>
                        </a:rPr>
                        <a:t>-</a:t>
                      </a:r>
                      <a:r>
                        <a:rPr lang="en-US" sz="1000" kern="1200" dirty="0" err="1">
                          <a:solidFill>
                            <a:schemeClr val="tx1"/>
                          </a:solidFill>
                          <a:effectLst/>
                          <a:latin typeface="+mn-lt"/>
                          <a:ea typeface="+mn-ea"/>
                          <a:cs typeface="+mn-cs"/>
                        </a:rPr>
                        <a:t>V</a:t>
                      </a:r>
                      <a:r>
                        <a:rPr lang="en-US" sz="700" kern="1200" dirty="0" err="1">
                          <a:solidFill>
                            <a:schemeClr val="tx1"/>
                          </a:solidFill>
                          <a:effectLst/>
                          <a:latin typeface="+mn-lt"/>
                          <a:ea typeface="+mn-ea"/>
                          <a:cs typeface="+mn-cs"/>
                        </a:rPr>
                        <a:t>d</a:t>
                      </a:r>
                      <a:r>
                        <a:rPr lang="en-US" sz="700" kern="1200" dirty="0">
                          <a:solidFill>
                            <a:schemeClr val="tx1"/>
                          </a:solidFill>
                          <a:effectLst/>
                          <a:latin typeface="+mn-lt"/>
                          <a:ea typeface="+mn-ea"/>
                          <a:cs typeface="+mn-cs"/>
                        </a:rPr>
                        <a:t> </a:t>
                      </a:r>
                      <a:r>
                        <a:rPr lang="en-US" sz="1000" kern="1200" dirty="0">
                          <a:solidFill>
                            <a:schemeClr val="tx1"/>
                          </a:solidFill>
                          <a:effectLst/>
                          <a:latin typeface="+mn-lt"/>
                          <a:ea typeface="+mn-ea"/>
                          <a:cs typeface="+mn-cs"/>
                        </a:rPr>
                        <a:t>, and AC sweeps for fast, coupled convergence.</a:t>
                      </a:r>
                      <a:br>
                        <a:rPr lang="en-US" sz="1000" dirty="0"/>
                      </a:br>
                      <a:r>
                        <a:rPr lang="en-US" sz="1000" b="1" kern="1200" dirty="0">
                          <a:solidFill>
                            <a:schemeClr val="tx1"/>
                          </a:solidFill>
                          <a:effectLst/>
                          <a:latin typeface="+mn-lt"/>
                          <a:ea typeface="+mn-ea"/>
                          <a:cs typeface="+mn-cs"/>
                        </a:rPr>
                        <a:t>Block Method:</a:t>
                      </a:r>
                      <a:r>
                        <a:rPr lang="en-US" sz="1000" kern="1200" dirty="0">
                          <a:solidFill>
                            <a:schemeClr val="tx1"/>
                          </a:solidFill>
                          <a:effectLst/>
                          <a:latin typeface="+mn-lt"/>
                          <a:ea typeface="+mn-ea"/>
                          <a:cs typeface="+mn-cs"/>
                        </a:rPr>
                        <a:t> Solves breakdown sweeps to prevent divergence during extreme avalanche stiffness.</a:t>
                      </a:r>
                    </a:p>
                  </a:txBody>
                  <a:tcPr marL="35160" marR="35160" marT="23440" marB="23440" anchor="ctr"/>
                </a:tc>
                <a:extLst>
                  <a:ext uri="{0D108BD9-81ED-4DB2-BD59-A6C34878D82A}">
                    <a16:rowId xmlns:a16="http://schemas.microsoft.com/office/drawing/2014/main" val="2399632119"/>
                  </a:ext>
                </a:extLst>
              </a:tr>
            </a:tbl>
          </a:graphicData>
        </a:graphic>
      </p:graphicFrame>
    </p:spTree>
    <p:extLst>
      <p:ext uri="{BB962C8B-B14F-4D97-AF65-F5344CB8AC3E}">
        <p14:creationId xmlns:p14="http://schemas.microsoft.com/office/powerpoint/2010/main" val="1712226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4" y="144189"/>
            <a:ext cx="8245475" cy="260906"/>
          </a:xfrm>
        </p:spPr>
        <p:txBody>
          <a:bodyPr/>
          <a:lstStyle/>
          <a:p>
            <a:r>
              <a:rPr lang="en-US" dirty="0">
                <a:cs typeface="Times New Roman" panose="02020603050405020304" pitchFamily="18" charset="0"/>
              </a:rPr>
              <a:t>Results: </a:t>
            </a:r>
            <a:r>
              <a:rPr lang="de-DE" dirty="0"/>
              <a:t>Si Baseline - 1200 V Limitation</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9</a:t>
            </a:fld>
            <a:endParaRPr lang="en-US" dirty="0"/>
          </a:p>
        </p:txBody>
      </p:sp>
      <p:sp>
        <p:nvSpPr>
          <p:cNvPr id="19" name="TextBox 18">
            <a:extLst>
              <a:ext uri="{FF2B5EF4-FFF2-40B4-BE49-F238E27FC236}">
                <a16:creationId xmlns:a16="http://schemas.microsoft.com/office/drawing/2014/main" id="{5E6D976F-D88A-2DDB-F950-C8BF956D084E}"/>
              </a:ext>
            </a:extLst>
          </p:cNvPr>
          <p:cNvSpPr txBox="1"/>
          <p:nvPr/>
        </p:nvSpPr>
        <p:spPr>
          <a:xfrm>
            <a:off x="690752" y="4245345"/>
            <a:ext cx="7762493" cy="352341"/>
          </a:xfrm>
          <a:prstGeom prst="rect">
            <a:avLst/>
          </a:prstGeom>
          <a:noFill/>
        </p:spPr>
        <p:txBody>
          <a:bodyPr wrap="square" lIns="0" tIns="0" rIns="0" bIns="0" rtlCol="0">
            <a:spAutoFit/>
          </a:bodyPr>
          <a:lstStyle/>
          <a:p>
            <a:pPr algn="ctr">
              <a:lnSpc>
                <a:spcPct val="120000"/>
              </a:lnSpc>
              <a:spcBef>
                <a:spcPts val="750"/>
              </a:spcBef>
              <a:buClr>
                <a:schemeClr val="accent1"/>
              </a:buClr>
            </a:pPr>
            <a:r>
              <a:rPr lang="en-US" sz="1000" dirty="0"/>
              <a:t>The breakdown voltage hits a hard ceiling at 1043 V. Even when applying the maximum geometric effort by extending the gate-to-drain spacing and using a thick 5 µm buffer, the device still falls short. </a:t>
            </a:r>
            <a:endParaRPr lang="de-DE" sz="1000" dirty="0"/>
          </a:p>
        </p:txBody>
      </p:sp>
      <p:pic>
        <p:nvPicPr>
          <p:cNvPr id="22" name="Picture 21">
            <a:extLst>
              <a:ext uri="{FF2B5EF4-FFF2-40B4-BE49-F238E27FC236}">
                <a16:creationId xmlns:a16="http://schemas.microsoft.com/office/drawing/2014/main" id="{25CD3769-5A0C-AFF4-038D-5960FB40DB87}"/>
              </a:ext>
            </a:extLst>
          </p:cNvPr>
          <p:cNvPicPr>
            <a:picLocks noChangeAspect="1"/>
          </p:cNvPicPr>
          <p:nvPr/>
        </p:nvPicPr>
        <p:blipFill>
          <a:blip r:embed="rId2"/>
          <a:srcRect l="1159" t="1895" r="3301" b="1827"/>
          <a:stretch/>
        </p:blipFill>
        <p:spPr>
          <a:xfrm>
            <a:off x="4719710" y="504560"/>
            <a:ext cx="4201066" cy="3575070"/>
          </a:xfrm>
          <a:prstGeom prst="rect">
            <a:avLst/>
          </a:prstGeom>
        </p:spPr>
      </p:pic>
      <p:pic>
        <p:nvPicPr>
          <p:cNvPr id="24" name="Picture 23">
            <a:extLst>
              <a:ext uri="{FF2B5EF4-FFF2-40B4-BE49-F238E27FC236}">
                <a16:creationId xmlns:a16="http://schemas.microsoft.com/office/drawing/2014/main" id="{CBFB1535-ACA7-6E86-9414-BCDCD336C17C}"/>
              </a:ext>
            </a:extLst>
          </p:cNvPr>
          <p:cNvPicPr>
            <a:picLocks noChangeAspect="1"/>
          </p:cNvPicPr>
          <p:nvPr/>
        </p:nvPicPr>
        <p:blipFill>
          <a:blip r:embed="rId3"/>
          <a:stretch>
            <a:fillRect/>
          </a:stretch>
        </p:blipFill>
        <p:spPr>
          <a:xfrm>
            <a:off x="107363" y="888151"/>
            <a:ext cx="4464636" cy="2973781"/>
          </a:xfrm>
          <a:prstGeom prst="rect">
            <a:avLst/>
          </a:prstGeom>
        </p:spPr>
      </p:pic>
    </p:spTree>
    <p:extLst>
      <p:ext uri="{BB962C8B-B14F-4D97-AF65-F5344CB8AC3E}">
        <p14:creationId xmlns:p14="http://schemas.microsoft.com/office/powerpoint/2010/main" val="303156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52231" y="187315"/>
            <a:ext cx="8245475" cy="432000"/>
          </a:xfrm>
        </p:spPr>
        <p:txBody>
          <a:bodyPr/>
          <a:lstStyle/>
          <a:p>
            <a:r>
              <a:rPr lang="en-US" dirty="0">
                <a:cs typeface="Times New Roman" panose="02020603050405020304" pitchFamily="18" charset="0"/>
              </a:rPr>
              <a:t>Results: </a:t>
            </a:r>
            <a:r>
              <a:rPr lang="de-DE" dirty="0"/>
              <a:t>Sapphire Enables 1200 V Class.</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10</a:t>
            </a:fld>
            <a:endParaRPr lang="en-US" dirty="0"/>
          </a:p>
        </p:txBody>
      </p:sp>
      <p:pic>
        <p:nvPicPr>
          <p:cNvPr id="5" name="Picture 4">
            <a:extLst>
              <a:ext uri="{FF2B5EF4-FFF2-40B4-BE49-F238E27FC236}">
                <a16:creationId xmlns:a16="http://schemas.microsoft.com/office/drawing/2014/main" id="{B5471FC9-34A1-3EA5-28B8-8288A4D4B6A7}"/>
              </a:ext>
            </a:extLst>
          </p:cNvPr>
          <p:cNvPicPr>
            <a:picLocks noChangeAspect="1"/>
          </p:cNvPicPr>
          <p:nvPr/>
        </p:nvPicPr>
        <p:blipFill>
          <a:blip r:embed="rId2"/>
          <a:stretch>
            <a:fillRect/>
          </a:stretch>
        </p:blipFill>
        <p:spPr>
          <a:xfrm>
            <a:off x="3452960" y="1014197"/>
            <a:ext cx="5352402" cy="3115105"/>
          </a:xfrm>
          <a:prstGeom prst="rect">
            <a:avLst/>
          </a:prstGeom>
        </p:spPr>
      </p:pic>
      <p:sp>
        <p:nvSpPr>
          <p:cNvPr id="9" name="TextBox 8">
            <a:extLst>
              <a:ext uri="{FF2B5EF4-FFF2-40B4-BE49-F238E27FC236}">
                <a16:creationId xmlns:a16="http://schemas.microsoft.com/office/drawing/2014/main" id="{9C55F5AF-BBEF-95A9-E42C-B1A82000C298}"/>
              </a:ext>
            </a:extLst>
          </p:cNvPr>
          <p:cNvSpPr txBox="1"/>
          <p:nvPr/>
        </p:nvSpPr>
        <p:spPr>
          <a:xfrm>
            <a:off x="252231" y="1976619"/>
            <a:ext cx="3041281" cy="1190262"/>
          </a:xfrm>
          <a:prstGeom prst="rect">
            <a:avLst/>
          </a:prstGeom>
          <a:noFill/>
        </p:spPr>
        <p:txBody>
          <a:bodyPr wrap="square" lIns="0" tIns="0" rIns="0" bIns="0" rtlCol="0">
            <a:spAutoFit/>
          </a:bodyPr>
          <a:lstStyle/>
          <a:p>
            <a:pPr marL="171450" indent="-171450">
              <a:lnSpc>
                <a:spcPct val="120000"/>
              </a:lnSpc>
              <a:spcBef>
                <a:spcPts val="750"/>
              </a:spcBef>
              <a:buFont typeface="Arial" panose="020B0604020202020204" pitchFamily="34" charset="0"/>
              <a:buChar char="•"/>
            </a:pPr>
            <a:r>
              <a:rPr lang="en-US" sz="1200" dirty="0"/>
              <a:t>Replacing silicon with sapphire immediately unlocks the 1200 V class. The dashed line marks the 1200 V target. </a:t>
            </a:r>
          </a:p>
          <a:p>
            <a:pPr marL="171450" indent="-171450">
              <a:lnSpc>
                <a:spcPct val="120000"/>
              </a:lnSpc>
              <a:spcBef>
                <a:spcPts val="750"/>
              </a:spcBef>
              <a:buFont typeface="Arial" panose="020B0604020202020204" pitchFamily="34" charset="0"/>
              <a:buChar char="•"/>
            </a:pPr>
            <a:r>
              <a:rPr lang="en-US" sz="1200" dirty="0"/>
              <a:t>Every red bar (silicon) falls below it. Most blue bars (sapphire) clear it comfortably.</a:t>
            </a:r>
            <a:endParaRPr lang="de-DE" sz="1200" dirty="0"/>
          </a:p>
        </p:txBody>
      </p:sp>
    </p:spTree>
    <p:extLst>
      <p:ext uri="{BB962C8B-B14F-4D97-AF65-F5344CB8AC3E}">
        <p14:creationId xmlns:p14="http://schemas.microsoft.com/office/powerpoint/2010/main" val="254163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6" y="194444"/>
            <a:ext cx="3751700" cy="432000"/>
          </a:xfrm>
        </p:spPr>
        <p:txBody>
          <a:bodyPr/>
          <a:lstStyle/>
          <a:p>
            <a:r>
              <a:rPr lang="en-US" dirty="0">
                <a:cs typeface="Times New Roman" panose="02020603050405020304" pitchFamily="18" charset="0"/>
              </a:rPr>
              <a:t>Results: </a:t>
            </a:r>
            <a:r>
              <a:rPr lang="de-DE" dirty="0"/>
              <a:t>Conduction Performance</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11</a:t>
            </a:fld>
            <a:endParaRPr lang="en-US" dirty="0"/>
          </a:p>
        </p:txBody>
      </p:sp>
      <p:pic>
        <p:nvPicPr>
          <p:cNvPr id="5" name="Picture 4">
            <a:extLst>
              <a:ext uri="{FF2B5EF4-FFF2-40B4-BE49-F238E27FC236}">
                <a16:creationId xmlns:a16="http://schemas.microsoft.com/office/drawing/2014/main" id="{232F8E2B-E613-D9DB-6A33-22AB01F1221E}"/>
              </a:ext>
            </a:extLst>
          </p:cNvPr>
          <p:cNvPicPr>
            <a:picLocks noChangeAspect="1"/>
          </p:cNvPicPr>
          <p:nvPr/>
        </p:nvPicPr>
        <p:blipFill>
          <a:blip r:embed="rId2"/>
          <a:stretch>
            <a:fillRect/>
          </a:stretch>
        </p:blipFill>
        <p:spPr>
          <a:xfrm>
            <a:off x="3322769" y="961892"/>
            <a:ext cx="5577706" cy="3219716"/>
          </a:xfrm>
          <a:prstGeom prst="rect">
            <a:avLst/>
          </a:prstGeom>
        </p:spPr>
      </p:pic>
      <p:sp>
        <p:nvSpPr>
          <p:cNvPr id="10" name="TextBox 9">
            <a:extLst>
              <a:ext uri="{FF2B5EF4-FFF2-40B4-BE49-F238E27FC236}">
                <a16:creationId xmlns:a16="http://schemas.microsoft.com/office/drawing/2014/main" id="{87D26410-0961-FD16-0416-7C112D049048}"/>
              </a:ext>
            </a:extLst>
          </p:cNvPr>
          <p:cNvSpPr txBox="1"/>
          <p:nvPr/>
        </p:nvSpPr>
        <p:spPr>
          <a:xfrm>
            <a:off x="243525" y="1417588"/>
            <a:ext cx="2985010" cy="2308324"/>
          </a:xfrm>
          <a:prstGeom prst="rect">
            <a:avLst/>
          </a:prstGeom>
          <a:noFill/>
        </p:spPr>
        <p:txBody>
          <a:bodyPr wrap="square">
            <a:spAutoFit/>
          </a:bodyPr>
          <a:lstStyle/>
          <a:p>
            <a:pPr marL="171450" indent="-171450">
              <a:buFont typeface="Arial" panose="020B0604020202020204" pitchFamily="34" charset="0"/>
              <a:buChar char="•"/>
            </a:pPr>
            <a:r>
              <a:rPr lang="en-US" sz="1200" dirty="0"/>
              <a:t>This plot shows how on-resistance changes as the gate-to-drain spacing increases.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 silicon and sapphire points fall on the same line which means Ron is identical for both substrates at every Lgd value.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This confirms that switching to sapphire costs nothing in terms of conduction performance.</a:t>
            </a:r>
            <a:endParaRPr lang="de-DE" sz="1200" dirty="0"/>
          </a:p>
        </p:txBody>
      </p:sp>
    </p:spTree>
    <p:extLst>
      <p:ext uri="{BB962C8B-B14F-4D97-AF65-F5344CB8AC3E}">
        <p14:creationId xmlns:p14="http://schemas.microsoft.com/office/powerpoint/2010/main" val="1703054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5" y="225088"/>
            <a:ext cx="8245475" cy="215987"/>
          </a:xfrm>
        </p:spPr>
        <p:txBody>
          <a:bodyPr/>
          <a:lstStyle/>
          <a:p>
            <a:r>
              <a:rPr lang="en-US" dirty="0">
                <a:cs typeface="Times New Roman" panose="02020603050405020304" pitchFamily="18" charset="0"/>
              </a:rPr>
              <a:t>Results: </a:t>
            </a:r>
            <a:r>
              <a:rPr lang="de-DE" dirty="0">
                <a:cs typeface="Times New Roman" panose="02020603050405020304" pitchFamily="18" charset="0"/>
              </a:rPr>
              <a:t>V</a:t>
            </a:r>
            <a:r>
              <a:rPr lang="de-DE" sz="1100" dirty="0">
                <a:cs typeface="Times New Roman" panose="02020603050405020304" pitchFamily="18" charset="0"/>
              </a:rPr>
              <a:t>br</a:t>
            </a:r>
            <a:r>
              <a:rPr lang="de-DE" dirty="0"/>
              <a:t> Scaling with L</a:t>
            </a:r>
            <a:r>
              <a:rPr lang="de-DE" sz="1100" dirty="0"/>
              <a:t>gd​</a:t>
            </a:r>
            <a:r>
              <a:rPr lang="en-US" sz="1100" dirty="0">
                <a:cs typeface="Times New Roman" panose="02020603050405020304" pitchFamily="18" charset="0"/>
              </a:rPr>
              <a:t> </a:t>
            </a:r>
            <a:endParaRPr lang="de-DE" sz="1100"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12</a:t>
            </a:fld>
            <a:endParaRPr lang="en-US" dirty="0"/>
          </a:p>
        </p:txBody>
      </p:sp>
      <p:pic>
        <p:nvPicPr>
          <p:cNvPr id="10" name="Picture 9">
            <a:extLst>
              <a:ext uri="{FF2B5EF4-FFF2-40B4-BE49-F238E27FC236}">
                <a16:creationId xmlns:a16="http://schemas.microsoft.com/office/drawing/2014/main" id="{9C7678E2-46DF-5221-2932-20F8D4FC77A3}"/>
              </a:ext>
            </a:extLst>
          </p:cNvPr>
          <p:cNvPicPr>
            <a:picLocks noChangeAspect="1"/>
          </p:cNvPicPr>
          <p:nvPr/>
        </p:nvPicPr>
        <p:blipFill>
          <a:blip r:embed="rId2"/>
          <a:stretch>
            <a:fillRect/>
          </a:stretch>
        </p:blipFill>
        <p:spPr>
          <a:xfrm>
            <a:off x="3138030" y="765831"/>
            <a:ext cx="5846778" cy="3894391"/>
          </a:xfrm>
          <a:prstGeom prst="rect">
            <a:avLst/>
          </a:prstGeom>
        </p:spPr>
      </p:pic>
      <p:sp>
        <p:nvSpPr>
          <p:cNvPr id="19" name="Rectangle 4">
            <a:extLst>
              <a:ext uri="{FF2B5EF4-FFF2-40B4-BE49-F238E27FC236}">
                <a16:creationId xmlns:a16="http://schemas.microsoft.com/office/drawing/2014/main" id="{025DF5DE-9EFF-3775-16AF-E1A2A04099DD}"/>
              </a:ext>
            </a:extLst>
          </p:cNvPr>
          <p:cNvSpPr>
            <a:spLocks noChangeArrowheads="1"/>
          </p:cNvSpPr>
          <p:nvPr/>
        </p:nvSpPr>
        <p:spPr bwMode="auto">
          <a:xfrm>
            <a:off x="243525" y="1626224"/>
            <a:ext cx="2595796"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With the vertical leakage path removed due to Sapphire, the drift region now controls breakdown voltage.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2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The plot shows V</a:t>
            </a:r>
            <a:r>
              <a:rPr lang="en-US" sz="900" dirty="0"/>
              <a:t>br</a:t>
            </a:r>
            <a:r>
              <a:rPr lang="en-US" sz="1200" dirty="0"/>
              <a:t> increasing consistently with L</a:t>
            </a:r>
            <a:r>
              <a:rPr lang="en-US" sz="900" dirty="0"/>
              <a:t>gd</a:t>
            </a:r>
            <a:r>
              <a:rPr lang="en-US" sz="1200" dirty="0"/>
              <a:t> on sapphire. A relationship which is completely absent on silicon.</a:t>
            </a:r>
            <a:endParaRPr kumimoji="0" lang="de-DE" altLang="de-D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5291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5" y="326117"/>
            <a:ext cx="8245475" cy="432000"/>
          </a:xfrm>
        </p:spPr>
        <p:txBody>
          <a:bodyPr/>
          <a:lstStyle/>
          <a:p>
            <a:r>
              <a:rPr lang="en-US" dirty="0">
                <a:cs typeface="Times New Roman" panose="02020603050405020304" pitchFamily="18" charset="0"/>
              </a:rPr>
              <a:t>Results: </a:t>
            </a:r>
            <a:r>
              <a:rPr lang="de-DE" dirty="0"/>
              <a:t>Output </a:t>
            </a:r>
            <a:r>
              <a:rPr lang="de-DE" dirty="0" err="1"/>
              <a:t>Capacitance</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13</a:t>
            </a:fld>
            <a:endParaRPr lang="en-US" dirty="0"/>
          </a:p>
        </p:txBody>
      </p:sp>
      <p:pic>
        <p:nvPicPr>
          <p:cNvPr id="13" name="Picture 12">
            <a:extLst>
              <a:ext uri="{FF2B5EF4-FFF2-40B4-BE49-F238E27FC236}">
                <a16:creationId xmlns:a16="http://schemas.microsoft.com/office/drawing/2014/main" id="{04441E33-6ACE-43B1-8D92-080B3C0F51D5}"/>
              </a:ext>
            </a:extLst>
          </p:cNvPr>
          <p:cNvPicPr>
            <a:picLocks noChangeAspect="1"/>
          </p:cNvPicPr>
          <p:nvPr/>
        </p:nvPicPr>
        <p:blipFill>
          <a:blip r:embed="rId2"/>
          <a:stretch>
            <a:fillRect/>
          </a:stretch>
        </p:blipFill>
        <p:spPr>
          <a:xfrm>
            <a:off x="3742957" y="816933"/>
            <a:ext cx="5157518" cy="3509634"/>
          </a:xfrm>
          <a:prstGeom prst="rect">
            <a:avLst/>
          </a:prstGeom>
        </p:spPr>
      </p:pic>
      <p:sp>
        <p:nvSpPr>
          <p:cNvPr id="15" name="Rectangle 1">
            <a:extLst>
              <a:ext uri="{FF2B5EF4-FFF2-40B4-BE49-F238E27FC236}">
                <a16:creationId xmlns:a16="http://schemas.microsoft.com/office/drawing/2014/main" id="{66DF2D8B-0807-BCD2-185B-52712EBFACFE}"/>
              </a:ext>
            </a:extLst>
          </p:cNvPr>
          <p:cNvSpPr>
            <a:spLocks noChangeArrowheads="1"/>
          </p:cNvSpPr>
          <p:nvPr/>
        </p:nvSpPr>
        <p:spPr bwMode="auto">
          <a:xfrm>
            <a:off x="222567" y="1624444"/>
            <a:ext cx="3296138" cy="207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The output capacitance (C</a:t>
            </a:r>
            <a:r>
              <a:rPr lang="en-US" sz="900" dirty="0"/>
              <a:t>oss</a:t>
            </a:r>
            <a:r>
              <a:rPr lang="en-US" sz="1200" dirty="0"/>
              <a:t>) drops steeply as drain voltage increases which is normal for any transistor.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200"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The key point is that sapphire curves (blue) sit consistently below silicon curves (red) at every voltage.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200"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This means the sapphire device stores less energy per switching cycle, which directly reduces switching losses.</a:t>
            </a:r>
            <a:endParaRPr kumimoji="0" lang="de-DE" altLang="de-DE"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574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14</a:t>
            </a:fld>
            <a:endParaRPr lang="en-US" dirty="0"/>
          </a:p>
        </p:txBody>
      </p:sp>
      <p:pic>
        <p:nvPicPr>
          <p:cNvPr id="4" name="Picture 3">
            <a:extLst>
              <a:ext uri="{FF2B5EF4-FFF2-40B4-BE49-F238E27FC236}">
                <a16:creationId xmlns:a16="http://schemas.microsoft.com/office/drawing/2014/main" id="{E6301589-63A2-D27E-E6B0-71754ADBE0C7}"/>
              </a:ext>
            </a:extLst>
          </p:cNvPr>
          <p:cNvPicPr>
            <a:picLocks noChangeAspect="1"/>
          </p:cNvPicPr>
          <p:nvPr/>
        </p:nvPicPr>
        <p:blipFill>
          <a:blip r:embed="rId2"/>
          <a:stretch>
            <a:fillRect/>
          </a:stretch>
        </p:blipFill>
        <p:spPr>
          <a:xfrm>
            <a:off x="102820" y="417668"/>
            <a:ext cx="4389434" cy="3072340"/>
          </a:xfrm>
          <a:prstGeom prst="rect">
            <a:avLst/>
          </a:prstGeom>
        </p:spPr>
      </p:pic>
      <p:pic>
        <p:nvPicPr>
          <p:cNvPr id="6" name="Picture 5">
            <a:extLst>
              <a:ext uri="{FF2B5EF4-FFF2-40B4-BE49-F238E27FC236}">
                <a16:creationId xmlns:a16="http://schemas.microsoft.com/office/drawing/2014/main" id="{B225C36D-3E32-73C3-8A6C-04507EB2A065}"/>
              </a:ext>
            </a:extLst>
          </p:cNvPr>
          <p:cNvPicPr>
            <a:picLocks noChangeAspect="1"/>
          </p:cNvPicPr>
          <p:nvPr/>
        </p:nvPicPr>
        <p:blipFill>
          <a:blip r:embed="rId3"/>
          <a:stretch>
            <a:fillRect/>
          </a:stretch>
        </p:blipFill>
        <p:spPr>
          <a:xfrm>
            <a:off x="4571999" y="485413"/>
            <a:ext cx="4405957" cy="3004595"/>
          </a:xfrm>
          <a:prstGeom prst="rect">
            <a:avLst/>
          </a:prstGeom>
        </p:spPr>
      </p:pic>
      <p:sp>
        <p:nvSpPr>
          <p:cNvPr id="5" name="TextBox 4">
            <a:extLst>
              <a:ext uri="{FF2B5EF4-FFF2-40B4-BE49-F238E27FC236}">
                <a16:creationId xmlns:a16="http://schemas.microsoft.com/office/drawing/2014/main" id="{68CAF20B-C387-C475-3D85-098D024A3561}"/>
              </a:ext>
            </a:extLst>
          </p:cNvPr>
          <p:cNvSpPr txBox="1"/>
          <p:nvPr/>
        </p:nvSpPr>
        <p:spPr>
          <a:xfrm>
            <a:off x="-32997" y="3767605"/>
            <a:ext cx="9209992" cy="830997"/>
          </a:xfrm>
          <a:prstGeom prst="rect">
            <a:avLst/>
          </a:prstGeom>
          <a:noFill/>
        </p:spPr>
        <p:txBody>
          <a:bodyPr wrap="square">
            <a:spAutoFit/>
          </a:bodyPr>
          <a:lstStyle/>
          <a:p>
            <a:pPr algn="ctr"/>
            <a:r>
              <a:rPr lang="en-US" sz="1200" dirty="0"/>
              <a:t>These plots show the benefit of using a thicker sapphire substrate. The left plot shows that C</a:t>
            </a:r>
            <a:r>
              <a:rPr lang="en-US" sz="900" dirty="0"/>
              <a:t>o(er)</a:t>
            </a:r>
            <a:r>
              <a:rPr lang="en-US" sz="1200" dirty="0"/>
              <a:t> drops as the substrate gets thicker. The right plot shows how much better sapphire is compared to silicon. The comparison shows that C</a:t>
            </a:r>
            <a:r>
              <a:rPr lang="en-US" sz="900" dirty="0"/>
              <a:t>o(er)</a:t>
            </a:r>
            <a:r>
              <a:rPr lang="en-US" sz="1200" dirty="0"/>
              <a:t> is reduced by up to 31.9% relative to the silicon device. The 500 µm substrate has the lowest C</a:t>
            </a:r>
            <a:r>
              <a:rPr lang="en-US" sz="900" dirty="0"/>
              <a:t>o(er)</a:t>
            </a:r>
            <a:r>
              <a:rPr lang="en-US" sz="1200" dirty="0"/>
              <a:t> and is also the standard off-the-shelf wafer size, so no extra processing is needed to achieve this improvement.</a:t>
            </a:r>
            <a:endParaRPr lang="de-DE" sz="1200" dirty="0"/>
          </a:p>
        </p:txBody>
      </p:sp>
    </p:spTree>
    <p:extLst>
      <p:ext uri="{BB962C8B-B14F-4D97-AF65-F5344CB8AC3E}">
        <p14:creationId xmlns:p14="http://schemas.microsoft.com/office/powerpoint/2010/main" val="1103133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5" y="189333"/>
            <a:ext cx="8245475" cy="432000"/>
          </a:xfrm>
        </p:spPr>
        <p:txBody>
          <a:bodyPr/>
          <a:lstStyle/>
          <a:p>
            <a:r>
              <a:rPr lang="en-US" dirty="0">
                <a:cs typeface="Times New Roman" panose="02020603050405020304" pitchFamily="18" charset="0"/>
              </a:rPr>
              <a:t>Results: Capacitance and Energy</a:t>
            </a:r>
            <a:endParaRPr lang="de-DE" sz="2400"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15</a:t>
            </a:fld>
            <a:endParaRPr lang="en-US" dirty="0"/>
          </a:p>
        </p:txBody>
      </p:sp>
      <p:pic>
        <p:nvPicPr>
          <p:cNvPr id="4" name="Picture 3">
            <a:extLst>
              <a:ext uri="{FF2B5EF4-FFF2-40B4-BE49-F238E27FC236}">
                <a16:creationId xmlns:a16="http://schemas.microsoft.com/office/drawing/2014/main" id="{80BA1C06-9571-F4D2-6BFF-403578EAC0B4}"/>
              </a:ext>
            </a:extLst>
          </p:cNvPr>
          <p:cNvPicPr>
            <a:picLocks noChangeAspect="1"/>
          </p:cNvPicPr>
          <p:nvPr/>
        </p:nvPicPr>
        <p:blipFill>
          <a:blip r:embed="rId2"/>
          <a:stretch>
            <a:fillRect/>
          </a:stretch>
        </p:blipFill>
        <p:spPr>
          <a:xfrm>
            <a:off x="3442715" y="470688"/>
            <a:ext cx="5457760" cy="3995804"/>
          </a:xfrm>
          <a:prstGeom prst="rect">
            <a:avLst/>
          </a:prstGeom>
        </p:spPr>
      </p:pic>
      <p:sp>
        <p:nvSpPr>
          <p:cNvPr id="6" name="TextBox 5">
            <a:extLst>
              <a:ext uri="{FF2B5EF4-FFF2-40B4-BE49-F238E27FC236}">
                <a16:creationId xmlns:a16="http://schemas.microsoft.com/office/drawing/2014/main" id="{C8D6C6B8-1C1D-4B64-F214-2AB2495F60D6}"/>
              </a:ext>
            </a:extLst>
          </p:cNvPr>
          <p:cNvSpPr txBox="1"/>
          <p:nvPr/>
        </p:nvSpPr>
        <p:spPr>
          <a:xfrm>
            <a:off x="0" y="1232922"/>
            <a:ext cx="3270738" cy="2677656"/>
          </a:xfrm>
          <a:prstGeom prst="rect">
            <a:avLst/>
          </a:prstGeom>
          <a:noFill/>
        </p:spPr>
        <p:txBody>
          <a:bodyPr wrap="square">
            <a:spAutoFit/>
          </a:bodyPr>
          <a:lstStyle/>
          <a:p>
            <a:pPr marL="285750" indent="-285750">
              <a:buFont typeface="Arial" panose="020B0604020202020204" pitchFamily="34" charset="0"/>
              <a:buChar char="•"/>
            </a:pPr>
            <a:r>
              <a:rPr lang="en-US" sz="1200" dirty="0"/>
              <a:t>These curves show the energy stored in the output capacitance as a function of drain voltage.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Sapphire stores less energy than silicon across the full voltage range.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Since this stored energy is lost as heat every time the device switches, lower C</a:t>
            </a:r>
            <a:r>
              <a:rPr lang="en-US" sz="900" dirty="0"/>
              <a:t>o(er)</a:t>
            </a:r>
            <a:r>
              <a:rPr lang="en-US" sz="1200" dirty="0"/>
              <a:t> means lower switching losses.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sapphire device is not just better at blocking voltage but also switches more efficiently.</a:t>
            </a:r>
            <a:endParaRPr lang="de-DE" sz="1200" dirty="0"/>
          </a:p>
        </p:txBody>
      </p:sp>
    </p:spTree>
    <p:extLst>
      <p:ext uri="{BB962C8B-B14F-4D97-AF65-F5344CB8AC3E}">
        <p14:creationId xmlns:p14="http://schemas.microsoft.com/office/powerpoint/2010/main" val="1346714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466726" y="161089"/>
            <a:ext cx="5308061" cy="283311"/>
          </a:xfrm>
        </p:spPr>
        <p:txBody>
          <a:bodyPr/>
          <a:lstStyle/>
          <a:p>
            <a:r>
              <a:rPr lang="en-US" dirty="0">
                <a:cs typeface="Times New Roman" panose="02020603050405020304" pitchFamily="18" charset="0"/>
              </a:rPr>
              <a:t>Results: </a:t>
            </a:r>
            <a:r>
              <a:rPr lang="de-DE" dirty="0"/>
              <a:t>Electric-Field Distribution</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16</a:t>
            </a:fld>
            <a:endParaRPr lang="en-US" dirty="0"/>
          </a:p>
        </p:txBody>
      </p:sp>
      <p:sp>
        <p:nvSpPr>
          <p:cNvPr id="28" name="TextBox 27">
            <a:extLst>
              <a:ext uri="{FF2B5EF4-FFF2-40B4-BE49-F238E27FC236}">
                <a16:creationId xmlns:a16="http://schemas.microsoft.com/office/drawing/2014/main" id="{47252CC7-0F9A-0BE1-44DD-5EB571EDBC4F}"/>
              </a:ext>
            </a:extLst>
          </p:cNvPr>
          <p:cNvSpPr txBox="1"/>
          <p:nvPr/>
        </p:nvSpPr>
        <p:spPr>
          <a:xfrm>
            <a:off x="837028" y="3999210"/>
            <a:ext cx="7469943" cy="644472"/>
          </a:xfrm>
          <a:prstGeom prst="rect">
            <a:avLst/>
          </a:prstGeom>
          <a:noFill/>
        </p:spPr>
        <p:txBody>
          <a:bodyPr wrap="square" lIns="0" tIns="0" rIns="0" bIns="0" rtlCol="0">
            <a:spAutoFit/>
          </a:bodyPr>
          <a:lstStyle/>
          <a:p>
            <a:pPr>
              <a:lnSpc>
                <a:spcPct val="120000"/>
              </a:lnSpc>
              <a:spcBef>
                <a:spcPts val="750"/>
              </a:spcBef>
            </a:pPr>
            <a:r>
              <a:rPr lang="en-US" sz="1200" dirty="0"/>
              <a:t>The color map shows the electric field inside the device at high drain voltage. The bright spot at the gate edge is the problem. The field peaks dangerously there and triggers breakdown. The graph on right confirms the spike exceeds 5 MV/cm. This gate-edge crowding is the lateral failure mechanism that needs to be solved.</a:t>
            </a:r>
            <a:endParaRPr lang="de-DE" sz="1200" dirty="0"/>
          </a:p>
        </p:txBody>
      </p:sp>
      <p:pic>
        <p:nvPicPr>
          <p:cNvPr id="30" name="Picture 29">
            <a:extLst>
              <a:ext uri="{FF2B5EF4-FFF2-40B4-BE49-F238E27FC236}">
                <a16:creationId xmlns:a16="http://schemas.microsoft.com/office/drawing/2014/main" id="{6049536D-B252-8AF2-A853-3B5F04145850}"/>
              </a:ext>
            </a:extLst>
          </p:cNvPr>
          <p:cNvPicPr>
            <a:picLocks noChangeAspect="1"/>
          </p:cNvPicPr>
          <p:nvPr/>
        </p:nvPicPr>
        <p:blipFill>
          <a:blip r:embed="rId2"/>
          <a:srcRect l="-457" r="-1" b="-1537"/>
          <a:stretch/>
        </p:blipFill>
        <p:spPr>
          <a:xfrm>
            <a:off x="4290645" y="680502"/>
            <a:ext cx="3815631" cy="3263290"/>
          </a:xfrm>
          <a:prstGeom prst="rect">
            <a:avLst/>
          </a:prstGeom>
        </p:spPr>
      </p:pic>
      <p:pic>
        <p:nvPicPr>
          <p:cNvPr id="32" name="Picture 31">
            <a:extLst>
              <a:ext uri="{FF2B5EF4-FFF2-40B4-BE49-F238E27FC236}">
                <a16:creationId xmlns:a16="http://schemas.microsoft.com/office/drawing/2014/main" id="{9D918916-AD93-4159-92EB-733AF4503A88}"/>
              </a:ext>
            </a:extLst>
          </p:cNvPr>
          <p:cNvPicPr>
            <a:picLocks noChangeAspect="1"/>
          </p:cNvPicPr>
          <p:nvPr/>
        </p:nvPicPr>
        <p:blipFill>
          <a:blip r:embed="rId3"/>
          <a:stretch>
            <a:fillRect/>
          </a:stretch>
        </p:blipFill>
        <p:spPr>
          <a:xfrm>
            <a:off x="530031" y="732127"/>
            <a:ext cx="3597582" cy="3150824"/>
          </a:xfrm>
          <a:prstGeom prst="rect">
            <a:avLst/>
          </a:prstGeom>
        </p:spPr>
      </p:pic>
    </p:spTree>
    <p:extLst>
      <p:ext uri="{BB962C8B-B14F-4D97-AF65-F5344CB8AC3E}">
        <p14:creationId xmlns:p14="http://schemas.microsoft.com/office/powerpoint/2010/main" val="3705781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466726" y="263775"/>
            <a:ext cx="4717218" cy="283311"/>
          </a:xfrm>
        </p:spPr>
        <p:txBody>
          <a:bodyPr/>
          <a:lstStyle/>
          <a:p>
            <a:r>
              <a:rPr lang="en-US" dirty="0">
                <a:cs typeface="Times New Roman" panose="02020603050405020304" pitchFamily="18" charset="0"/>
              </a:rPr>
              <a:t>Results: </a:t>
            </a:r>
            <a:r>
              <a:rPr lang="de-DE" dirty="0"/>
              <a:t>Dual Field-Plate Concept</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17</a:t>
            </a:fld>
            <a:endParaRPr lang="en-US" dirty="0"/>
          </a:p>
        </p:txBody>
      </p:sp>
      <p:pic>
        <p:nvPicPr>
          <p:cNvPr id="6" name="Picture 5">
            <a:extLst>
              <a:ext uri="{FF2B5EF4-FFF2-40B4-BE49-F238E27FC236}">
                <a16:creationId xmlns:a16="http://schemas.microsoft.com/office/drawing/2014/main" id="{0BA01587-1916-C991-D095-35176267F08F}"/>
              </a:ext>
            </a:extLst>
          </p:cNvPr>
          <p:cNvPicPr>
            <a:picLocks noChangeAspect="1"/>
          </p:cNvPicPr>
          <p:nvPr/>
        </p:nvPicPr>
        <p:blipFill>
          <a:blip r:embed="rId2"/>
          <a:stretch>
            <a:fillRect/>
          </a:stretch>
        </p:blipFill>
        <p:spPr>
          <a:xfrm>
            <a:off x="4348800" y="700621"/>
            <a:ext cx="4325670" cy="3742257"/>
          </a:xfrm>
          <a:prstGeom prst="rect">
            <a:avLst/>
          </a:prstGeom>
        </p:spPr>
      </p:pic>
      <p:sp>
        <p:nvSpPr>
          <p:cNvPr id="9" name="TextBox 8">
            <a:extLst>
              <a:ext uri="{FF2B5EF4-FFF2-40B4-BE49-F238E27FC236}">
                <a16:creationId xmlns:a16="http://schemas.microsoft.com/office/drawing/2014/main" id="{518936A0-A1CA-DFA2-3437-A8CF92ECE72E}"/>
              </a:ext>
            </a:extLst>
          </p:cNvPr>
          <p:cNvSpPr txBox="1"/>
          <p:nvPr/>
        </p:nvSpPr>
        <p:spPr>
          <a:xfrm>
            <a:off x="271682" y="1533419"/>
            <a:ext cx="3758712" cy="2076659"/>
          </a:xfrm>
          <a:prstGeom prst="rect">
            <a:avLst/>
          </a:prstGeom>
          <a:noFill/>
        </p:spPr>
        <p:txBody>
          <a:bodyPr wrap="square" lIns="0" tIns="0" rIns="0" bIns="0" rtlCol="0">
            <a:spAutoFit/>
          </a:bodyPr>
          <a:lstStyle/>
          <a:p>
            <a:pPr marL="171450" indent="-171450">
              <a:lnSpc>
                <a:spcPct val="120000"/>
              </a:lnSpc>
              <a:spcBef>
                <a:spcPts val="750"/>
              </a:spcBef>
              <a:buFont typeface="Arial" panose="020B0604020202020204" pitchFamily="34" charset="0"/>
              <a:buChar char="•"/>
            </a:pPr>
            <a:r>
              <a:rPr lang="en-US" sz="1200" dirty="0"/>
              <a:t>The solution to gate-edge field crowding is a dual field plate. A metal extension connected to both the gate and source that spreads the electric field across the drift region.</a:t>
            </a:r>
          </a:p>
          <a:p>
            <a:pPr marL="171450" indent="-171450">
              <a:lnSpc>
                <a:spcPct val="120000"/>
              </a:lnSpc>
              <a:spcBef>
                <a:spcPts val="750"/>
              </a:spcBef>
              <a:buFont typeface="Arial" panose="020B0604020202020204" pitchFamily="34" charset="0"/>
              <a:buChar char="•"/>
            </a:pPr>
            <a:r>
              <a:rPr lang="en-US" sz="1200" dirty="0"/>
              <a:t>The gate-connected plate manages the field immediately beyond the gate, while the source-connected plate extends further into the drift region, both separated from the semiconductor surface by the passivation layer.</a:t>
            </a:r>
            <a:endParaRPr lang="de-DE" sz="1200" dirty="0"/>
          </a:p>
        </p:txBody>
      </p:sp>
    </p:spTree>
    <p:extLst>
      <p:ext uri="{BB962C8B-B14F-4D97-AF65-F5344CB8AC3E}">
        <p14:creationId xmlns:p14="http://schemas.microsoft.com/office/powerpoint/2010/main" val="154172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18</a:t>
            </a:fld>
            <a:endParaRPr lang="en-US" dirty="0"/>
          </a:p>
        </p:txBody>
      </p:sp>
      <p:pic>
        <p:nvPicPr>
          <p:cNvPr id="10" name="Picture 9">
            <a:extLst>
              <a:ext uri="{FF2B5EF4-FFF2-40B4-BE49-F238E27FC236}">
                <a16:creationId xmlns:a16="http://schemas.microsoft.com/office/drawing/2014/main" id="{4FBB9415-B440-4BDF-8460-3D868CEAFB01}"/>
              </a:ext>
            </a:extLst>
          </p:cNvPr>
          <p:cNvPicPr>
            <a:picLocks noChangeAspect="1"/>
          </p:cNvPicPr>
          <p:nvPr/>
        </p:nvPicPr>
        <p:blipFill>
          <a:blip r:embed="rId2"/>
          <a:stretch>
            <a:fillRect/>
          </a:stretch>
        </p:blipFill>
        <p:spPr>
          <a:xfrm>
            <a:off x="518268" y="505522"/>
            <a:ext cx="3504670" cy="3201422"/>
          </a:xfrm>
          <a:prstGeom prst="rect">
            <a:avLst/>
          </a:prstGeom>
        </p:spPr>
      </p:pic>
      <p:pic>
        <p:nvPicPr>
          <p:cNvPr id="12" name="Picture 11">
            <a:extLst>
              <a:ext uri="{FF2B5EF4-FFF2-40B4-BE49-F238E27FC236}">
                <a16:creationId xmlns:a16="http://schemas.microsoft.com/office/drawing/2014/main" id="{6906A50D-A7A6-A429-0FAD-6E2642AE1964}"/>
              </a:ext>
            </a:extLst>
          </p:cNvPr>
          <p:cNvPicPr>
            <a:picLocks noChangeAspect="1"/>
          </p:cNvPicPr>
          <p:nvPr/>
        </p:nvPicPr>
        <p:blipFill>
          <a:blip r:embed="rId3"/>
          <a:stretch>
            <a:fillRect/>
          </a:stretch>
        </p:blipFill>
        <p:spPr>
          <a:xfrm>
            <a:off x="4297680" y="505522"/>
            <a:ext cx="3773409" cy="3201422"/>
          </a:xfrm>
          <a:prstGeom prst="rect">
            <a:avLst/>
          </a:prstGeom>
        </p:spPr>
      </p:pic>
      <p:sp>
        <p:nvSpPr>
          <p:cNvPr id="15" name="TextBox 14">
            <a:extLst>
              <a:ext uri="{FF2B5EF4-FFF2-40B4-BE49-F238E27FC236}">
                <a16:creationId xmlns:a16="http://schemas.microsoft.com/office/drawing/2014/main" id="{20F51F78-45D6-5ADD-C36B-02798538BFA5}"/>
              </a:ext>
            </a:extLst>
          </p:cNvPr>
          <p:cNvSpPr txBox="1"/>
          <p:nvPr/>
        </p:nvSpPr>
        <p:spPr>
          <a:xfrm>
            <a:off x="218177" y="3968406"/>
            <a:ext cx="8159006" cy="646331"/>
          </a:xfrm>
          <a:prstGeom prst="rect">
            <a:avLst/>
          </a:prstGeom>
          <a:noFill/>
        </p:spPr>
        <p:txBody>
          <a:bodyPr wrap="square">
            <a:spAutoFit/>
          </a:bodyPr>
          <a:lstStyle/>
          <a:p>
            <a:pPr algn="ctr"/>
            <a:r>
              <a:rPr lang="en-US" sz="1200" dirty="0"/>
              <a:t>The 2D color map and 1D cutline confirm a five-fold suppression of the gate-edge electric field peak from above 5 MV/cm down to approximately 1 million V/cm. This redistribution of the electric field across the drift region is exactly what is needed to support higher breakdown voltage.</a:t>
            </a:r>
            <a:endParaRPr lang="de-DE" sz="1200" dirty="0"/>
          </a:p>
        </p:txBody>
      </p:sp>
    </p:spTree>
    <p:extLst>
      <p:ext uri="{BB962C8B-B14F-4D97-AF65-F5344CB8AC3E}">
        <p14:creationId xmlns:p14="http://schemas.microsoft.com/office/powerpoint/2010/main" val="53649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19</a:t>
            </a:fld>
            <a:endParaRPr lang="en-US" dirty="0"/>
          </a:p>
        </p:txBody>
      </p:sp>
      <p:pic>
        <p:nvPicPr>
          <p:cNvPr id="4" name="Picture 3">
            <a:extLst>
              <a:ext uri="{FF2B5EF4-FFF2-40B4-BE49-F238E27FC236}">
                <a16:creationId xmlns:a16="http://schemas.microsoft.com/office/drawing/2014/main" id="{4B353AA9-F1F1-1AF1-DE65-072EB962D3F6}"/>
              </a:ext>
            </a:extLst>
          </p:cNvPr>
          <p:cNvPicPr>
            <a:picLocks noChangeAspect="1"/>
          </p:cNvPicPr>
          <p:nvPr/>
        </p:nvPicPr>
        <p:blipFill>
          <a:blip r:embed="rId2"/>
          <a:stretch>
            <a:fillRect/>
          </a:stretch>
        </p:blipFill>
        <p:spPr>
          <a:xfrm>
            <a:off x="3657562" y="852673"/>
            <a:ext cx="5148082" cy="3438151"/>
          </a:xfrm>
          <a:prstGeom prst="rect">
            <a:avLst/>
          </a:prstGeom>
        </p:spPr>
      </p:pic>
      <p:sp>
        <p:nvSpPr>
          <p:cNvPr id="6" name="TextBox 5">
            <a:extLst>
              <a:ext uri="{FF2B5EF4-FFF2-40B4-BE49-F238E27FC236}">
                <a16:creationId xmlns:a16="http://schemas.microsoft.com/office/drawing/2014/main" id="{A3DD520A-99F0-91DF-0CEF-7A1C75E99AA4}"/>
              </a:ext>
            </a:extLst>
          </p:cNvPr>
          <p:cNvSpPr txBox="1"/>
          <p:nvPr/>
        </p:nvSpPr>
        <p:spPr>
          <a:xfrm>
            <a:off x="0" y="1232920"/>
            <a:ext cx="3580228" cy="2677656"/>
          </a:xfrm>
          <a:prstGeom prst="rect">
            <a:avLst/>
          </a:prstGeom>
          <a:noFill/>
        </p:spPr>
        <p:txBody>
          <a:bodyPr wrap="square">
            <a:spAutoFit/>
          </a:bodyPr>
          <a:lstStyle/>
          <a:p>
            <a:pPr marL="171450" indent="-171450">
              <a:buFont typeface="Arial" panose="020B0604020202020204" pitchFamily="34" charset="0"/>
              <a:buChar char="•"/>
            </a:pPr>
            <a:r>
              <a:rPr lang="en-US" sz="1200" dirty="0"/>
              <a:t>The bar chart shows that the field-plated device (dark hatched bars) achieves lower Vbr than the un-plated sapphire device (light blue bars) which contradicts what the electric field evidence on the previous slide tells us.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This is not a physical result. The sharp geometric corners introduced by the multi-dielectric field plate structure cause the TCAD solver to fail before true avalanche breakdown is reached. The simulator stops early, reporting a lower Vbr but the real device, as confirmed by the field distribution, would break down at a higher voltage.</a:t>
            </a:r>
            <a:endParaRPr lang="de-DE" sz="1200" dirty="0"/>
          </a:p>
        </p:txBody>
      </p:sp>
    </p:spTree>
    <p:extLst>
      <p:ext uri="{BB962C8B-B14F-4D97-AF65-F5344CB8AC3E}">
        <p14:creationId xmlns:p14="http://schemas.microsoft.com/office/powerpoint/2010/main" val="2044501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355125" y="267300"/>
            <a:ext cx="8245475" cy="328475"/>
          </a:xfrm>
        </p:spPr>
        <p:txBody>
          <a:bodyPr/>
          <a:lstStyle/>
          <a:p>
            <a:r>
              <a:rPr lang="en-US" dirty="0">
                <a:cs typeface="Times New Roman" panose="02020603050405020304" pitchFamily="18" charset="0"/>
              </a:rPr>
              <a:t>Results: </a:t>
            </a:r>
            <a:r>
              <a:rPr lang="de-DE" dirty="0"/>
              <a:t>Field-Plate Trade-off</a:t>
            </a:r>
            <a:endParaRPr lang="de-DE"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20</a:t>
            </a:fld>
            <a:endParaRPr lang="en-US" dirty="0"/>
          </a:p>
        </p:txBody>
      </p:sp>
      <p:pic>
        <p:nvPicPr>
          <p:cNvPr id="6" name="Picture 5">
            <a:extLst>
              <a:ext uri="{FF2B5EF4-FFF2-40B4-BE49-F238E27FC236}">
                <a16:creationId xmlns:a16="http://schemas.microsoft.com/office/drawing/2014/main" id="{585371C3-F8BA-DB93-6B7E-C75FEF049893}"/>
              </a:ext>
            </a:extLst>
          </p:cNvPr>
          <p:cNvPicPr>
            <a:picLocks noChangeAspect="1"/>
          </p:cNvPicPr>
          <p:nvPr/>
        </p:nvPicPr>
        <p:blipFill>
          <a:blip r:embed="rId2"/>
          <a:stretch>
            <a:fillRect/>
          </a:stretch>
        </p:blipFill>
        <p:spPr>
          <a:xfrm>
            <a:off x="3333328" y="786787"/>
            <a:ext cx="5733300" cy="3898400"/>
          </a:xfrm>
          <a:prstGeom prst="rect">
            <a:avLst/>
          </a:prstGeom>
        </p:spPr>
      </p:pic>
      <p:sp>
        <p:nvSpPr>
          <p:cNvPr id="10" name="Rectangle 1">
            <a:extLst>
              <a:ext uri="{FF2B5EF4-FFF2-40B4-BE49-F238E27FC236}">
                <a16:creationId xmlns:a16="http://schemas.microsoft.com/office/drawing/2014/main" id="{5D557A06-287F-3A72-2FFF-90EF1B965D42}"/>
              </a:ext>
            </a:extLst>
          </p:cNvPr>
          <p:cNvSpPr>
            <a:spLocks noChangeArrowheads="1"/>
          </p:cNvSpPr>
          <p:nvPr/>
        </p:nvSpPr>
        <p:spPr bwMode="auto">
          <a:xfrm>
            <a:off x="77372" y="1348338"/>
            <a:ext cx="3130061"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The field plate adds capacitance at low drain voltages because of the metal plate overlap and that is the spike visible on the left side of the curve.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200" dirty="0"/>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200" dirty="0"/>
              <a:t>Above 400 V, the field-plated device settles at a higher C</a:t>
            </a:r>
            <a:r>
              <a:rPr lang="en-US" sz="900" dirty="0"/>
              <a:t>oss</a:t>
            </a:r>
            <a:r>
              <a:rPr lang="en-US" sz="1200" dirty="0"/>
              <a:t> than the un-plated device. This is the genuine switching trade-off of the field plate, it improves the electric field distribution and is expected to raise breakdown voltage, but it comes at the cost of higher output capacitance across the full operating voltage range.</a:t>
            </a:r>
            <a:endParaRPr kumimoji="0" lang="de-DE" altLang="de-D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2234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C95E-04D0-0525-8DC0-8EE45DCD9BFF}"/>
              </a:ext>
            </a:extLst>
          </p:cNvPr>
          <p:cNvSpPr>
            <a:spLocks noGrp="1"/>
          </p:cNvSpPr>
          <p:nvPr>
            <p:ph type="title"/>
          </p:nvPr>
        </p:nvSpPr>
        <p:spPr>
          <a:xfrm>
            <a:off x="243525" y="225755"/>
            <a:ext cx="8245475" cy="432000"/>
          </a:xfrm>
        </p:spPr>
        <p:txBody>
          <a:bodyPr/>
          <a:lstStyle/>
          <a:p>
            <a:r>
              <a:rPr lang="en-US" dirty="0">
                <a:cs typeface="Times New Roman" panose="02020603050405020304" pitchFamily="18" charset="0"/>
              </a:rPr>
              <a:t>Results: Figure of Merit (FOM)</a:t>
            </a:r>
            <a:endParaRPr lang="de-DE" sz="2400" dirty="0">
              <a:cs typeface="Times New Roman" panose="02020603050405020304" pitchFamily="18" charset="0"/>
            </a:endParaRP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21</a:t>
            </a:fld>
            <a:endParaRPr lang="en-US" dirty="0"/>
          </a:p>
        </p:txBody>
      </p:sp>
      <p:pic>
        <p:nvPicPr>
          <p:cNvPr id="9" name="Picture 8">
            <a:extLst>
              <a:ext uri="{FF2B5EF4-FFF2-40B4-BE49-F238E27FC236}">
                <a16:creationId xmlns:a16="http://schemas.microsoft.com/office/drawing/2014/main" id="{AAB1FA2E-F0FE-085E-53F0-498520B60F4D}"/>
              </a:ext>
            </a:extLst>
          </p:cNvPr>
          <p:cNvPicPr>
            <a:picLocks noChangeAspect="1"/>
          </p:cNvPicPr>
          <p:nvPr/>
        </p:nvPicPr>
        <p:blipFill>
          <a:blip r:embed="rId2"/>
          <a:stretch>
            <a:fillRect/>
          </a:stretch>
        </p:blipFill>
        <p:spPr>
          <a:xfrm>
            <a:off x="3615241" y="587675"/>
            <a:ext cx="5096959" cy="3968149"/>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82DB5A2D-6A20-5C5D-B199-045995CA4DC4}"/>
                  </a:ext>
                </a:extLst>
              </p14:cNvPr>
              <p14:cNvContentPartPr/>
              <p14:nvPr/>
            </p14:nvContentPartPr>
            <p14:xfrm>
              <a:off x="1709225" y="1111071"/>
              <a:ext cx="360" cy="360"/>
            </p14:xfrm>
          </p:contentPart>
        </mc:Choice>
        <mc:Fallback xmlns="">
          <p:pic>
            <p:nvPicPr>
              <p:cNvPr id="11" name="Ink 10">
                <a:extLst>
                  <a:ext uri="{FF2B5EF4-FFF2-40B4-BE49-F238E27FC236}">
                    <a16:creationId xmlns:a16="http://schemas.microsoft.com/office/drawing/2014/main" id="{82DB5A2D-6A20-5C5D-B199-045995CA4DC4}"/>
                  </a:ext>
                </a:extLst>
              </p:cNvPr>
              <p:cNvPicPr/>
              <p:nvPr/>
            </p:nvPicPr>
            <p:blipFill>
              <a:blip r:embed="rId4"/>
              <a:stretch>
                <a:fillRect/>
              </a:stretch>
            </p:blipFill>
            <p:spPr>
              <a:xfrm>
                <a:off x="1646225" y="1048431"/>
                <a:ext cx="126000" cy="126000"/>
              </a:xfrm>
              <a:prstGeom prst="rect">
                <a:avLst/>
              </a:prstGeom>
            </p:spPr>
          </p:pic>
        </mc:Fallback>
      </mc:AlternateContent>
      <p:grpSp>
        <p:nvGrpSpPr>
          <p:cNvPr id="22" name="Group 21">
            <a:extLst>
              <a:ext uri="{FF2B5EF4-FFF2-40B4-BE49-F238E27FC236}">
                <a16:creationId xmlns:a16="http://schemas.microsoft.com/office/drawing/2014/main" id="{BCE69703-CC8B-F180-F2A9-B2A2E5ADB706}"/>
              </a:ext>
            </a:extLst>
          </p:cNvPr>
          <p:cNvGrpSpPr/>
          <p:nvPr/>
        </p:nvGrpSpPr>
        <p:grpSpPr>
          <a:xfrm>
            <a:off x="3727745" y="639831"/>
            <a:ext cx="422280" cy="70920"/>
            <a:chOff x="3727745" y="639831"/>
            <a:chExt cx="422280" cy="7092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CFF0E30-46A5-A294-4F23-17FD927159A4}"/>
                    </a:ext>
                  </a:extLst>
                </p14:cNvPr>
                <p14:cNvContentPartPr/>
                <p14:nvPr/>
              </p14:nvContentPartPr>
              <p14:xfrm>
                <a:off x="4093505" y="710391"/>
                <a:ext cx="360" cy="360"/>
              </p14:xfrm>
            </p:contentPart>
          </mc:Choice>
          <mc:Fallback xmlns="">
            <p:pic>
              <p:nvPicPr>
                <p:cNvPr id="12" name="Ink 11">
                  <a:extLst>
                    <a:ext uri="{FF2B5EF4-FFF2-40B4-BE49-F238E27FC236}">
                      <a16:creationId xmlns:a16="http://schemas.microsoft.com/office/drawing/2014/main" id="{CCFF0E30-46A5-A294-4F23-17FD927159A4}"/>
                    </a:ext>
                  </a:extLst>
                </p:cNvPr>
                <p:cNvPicPr/>
                <p:nvPr/>
              </p:nvPicPr>
              <p:blipFill>
                <a:blip r:embed="rId4"/>
                <a:stretch>
                  <a:fillRect/>
                </a:stretch>
              </p:blipFill>
              <p:spPr>
                <a:xfrm>
                  <a:off x="403086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43831A29-B526-B094-7E39-10A31B9C3A14}"/>
                    </a:ext>
                  </a:extLst>
                </p14:cNvPr>
                <p14:cNvContentPartPr/>
                <p14:nvPr/>
              </p14:nvContentPartPr>
              <p14:xfrm>
                <a:off x="4037345" y="653871"/>
                <a:ext cx="360" cy="360"/>
              </p14:xfrm>
            </p:contentPart>
          </mc:Choice>
          <mc:Fallback xmlns="">
            <p:pic>
              <p:nvPicPr>
                <p:cNvPr id="13" name="Ink 12">
                  <a:extLst>
                    <a:ext uri="{FF2B5EF4-FFF2-40B4-BE49-F238E27FC236}">
                      <a16:creationId xmlns:a16="http://schemas.microsoft.com/office/drawing/2014/main" id="{43831A29-B526-B094-7E39-10A31B9C3A14}"/>
                    </a:ext>
                  </a:extLst>
                </p:cNvPr>
                <p:cNvPicPr/>
                <p:nvPr/>
              </p:nvPicPr>
              <p:blipFill>
                <a:blip r:embed="rId4"/>
                <a:stretch>
                  <a:fillRect/>
                </a:stretch>
              </p:blipFill>
              <p:spPr>
                <a:xfrm>
                  <a:off x="3974345" y="59123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5DEF3E73-1DAE-B7D7-D111-982B1DA4ECD7}"/>
                    </a:ext>
                  </a:extLst>
                </p14:cNvPr>
                <p14:cNvContentPartPr/>
                <p14:nvPr/>
              </p14:nvContentPartPr>
              <p14:xfrm>
                <a:off x="4107545" y="639831"/>
                <a:ext cx="360" cy="360"/>
              </p14:xfrm>
            </p:contentPart>
          </mc:Choice>
          <mc:Fallback xmlns="">
            <p:pic>
              <p:nvPicPr>
                <p:cNvPr id="15" name="Ink 14">
                  <a:extLst>
                    <a:ext uri="{FF2B5EF4-FFF2-40B4-BE49-F238E27FC236}">
                      <a16:creationId xmlns:a16="http://schemas.microsoft.com/office/drawing/2014/main" id="{5DEF3E73-1DAE-B7D7-D111-982B1DA4ECD7}"/>
                    </a:ext>
                  </a:extLst>
                </p:cNvPr>
                <p:cNvPicPr/>
                <p:nvPr/>
              </p:nvPicPr>
              <p:blipFill>
                <a:blip r:embed="rId4"/>
                <a:stretch>
                  <a:fillRect/>
                </a:stretch>
              </p:blipFill>
              <p:spPr>
                <a:xfrm>
                  <a:off x="4044905" y="5771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9668D94D-53B8-9C4B-0C66-9EFE2D0B9A61}"/>
                    </a:ext>
                  </a:extLst>
                </p14:cNvPr>
                <p14:cNvContentPartPr/>
                <p14:nvPr/>
              </p14:nvContentPartPr>
              <p14:xfrm>
                <a:off x="4149665" y="710391"/>
                <a:ext cx="360" cy="360"/>
              </p14:xfrm>
            </p:contentPart>
          </mc:Choice>
          <mc:Fallback xmlns="">
            <p:pic>
              <p:nvPicPr>
                <p:cNvPr id="17" name="Ink 16">
                  <a:extLst>
                    <a:ext uri="{FF2B5EF4-FFF2-40B4-BE49-F238E27FC236}">
                      <a16:creationId xmlns:a16="http://schemas.microsoft.com/office/drawing/2014/main" id="{9668D94D-53B8-9C4B-0C66-9EFE2D0B9A61}"/>
                    </a:ext>
                  </a:extLst>
                </p:cNvPr>
                <p:cNvPicPr/>
                <p:nvPr/>
              </p:nvPicPr>
              <p:blipFill>
                <a:blip r:embed="rId4"/>
                <a:stretch>
                  <a:fillRect/>
                </a:stretch>
              </p:blipFill>
              <p:spPr>
                <a:xfrm>
                  <a:off x="408702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14881B27-C547-1521-6973-4CEB26F3E8EF}"/>
                    </a:ext>
                  </a:extLst>
                </p14:cNvPr>
                <p14:cNvContentPartPr/>
                <p14:nvPr/>
              </p14:nvContentPartPr>
              <p14:xfrm>
                <a:off x="3833225" y="661071"/>
                <a:ext cx="360" cy="360"/>
              </p14:xfrm>
            </p:contentPart>
          </mc:Choice>
          <mc:Fallback xmlns="">
            <p:pic>
              <p:nvPicPr>
                <p:cNvPr id="18" name="Ink 17">
                  <a:extLst>
                    <a:ext uri="{FF2B5EF4-FFF2-40B4-BE49-F238E27FC236}">
                      <a16:creationId xmlns:a16="http://schemas.microsoft.com/office/drawing/2014/main" id="{14881B27-C547-1521-6973-4CEB26F3E8EF}"/>
                    </a:ext>
                  </a:extLst>
                </p:cNvPr>
                <p:cNvPicPr/>
                <p:nvPr/>
              </p:nvPicPr>
              <p:blipFill>
                <a:blip r:embed="rId4"/>
                <a:stretch>
                  <a:fillRect/>
                </a:stretch>
              </p:blipFill>
              <p:spPr>
                <a:xfrm>
                  <a:off x="3770585" y="5980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455531A5-51F0-F729-1D93-D26216F3D466}"/>
                    </a:ext>
                  </a:extLst>
                </p14:cNvPr>
                <p14:cNvContentPartPr/>
                <p14:nvPr/>
              </p14:nvContentPartPr>
              <p14:xfrm>
                <a:off x="3727745" y="675111"/>
                <a:ext cx="360" cy="360"/>
              </p14:xfrm>
            </p:contentPart>
          </mc:Choice>
          <mc:Fallback xmlns="">
            <p:pic>
              <p:nvPicPr>
                <p:cNvPr id="19" name="Ink 18">
                  <a:extLst>
                    <a:ext uri="{FF2B5EF4-FFF2-40B4-BE49-F238E27FC236}">
                      <a16:creationId xmlns:a16="http://schemas.microsoft.com/office/drawing/2014/main" id="{455531A5-51F0-F729-1D93-D26216F3D466}"/>
                    </a:ext>
                  </a:extLst>
                </p:cNvPr>
                <p:cNvPicPr/>
                <p:nvPr/>
              </p:nvPicPr>
              <p:blipFill>
                <a:blip r:embed="rId4"/>
                <a:stretch>
                  <a:fillRect/>
                </a:stretch>
              </p:blipFill>
              <p:spPr>
                <a:xfrm>
                  <a:off x="3665105" y="6121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96527C4A-C923-BC3D-9834-6B372B3B9FB1}"/>
                    </a:ext>
                  </a:extLst>
                </p14:cNvPr>
                <p14:cNvContentPartPr/>
                <p14:nvPr/>
              </p14:nvContentPartPr>
              <p14:xfrm>
                <a:off x="3854465" y="689151"/>
                <a:ext cx="360" cy="360"/>
              </p14:xfrm>
            </p:contentPart>
          </mc:Choice>
          <mc:Fallback xmlns="">
            <p:pic>
              <p:nvPicPr>
                <p:cNvPr id="20" name="Ink 19">
                  <a:extLst>
                    <a:ext uri="{FF2B5EF4-FFF2-40B4-BE49-F238E27FC236}">
                      <a16:creationId xmlns:a16="http://schemas.microsoft.com/office/drawing/2014/main" id="{96527C4A-C923-BC3D-9834-6B372B3B9FB1}"/>
                    </a:ext>
                  </a:extLst>
                </p:cNvPr>
                <p:cNvPicPr/>
                <p:nvPr/>
              </p:nvPicPr>
              <p:blipFill>
                <a:blip r:embed="rId4"/>
                <a:stretch>
                  <a:fillRect/>
                </a:stretch>
              </p:blipFill>
              <p:spPr>
                <a:xfrm>
                  <a:off x="3791465" y="62615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A25A98BB-005E-B9D3-4526-6C156DCEDFFE}"/>
                    </a:ext>
                  </a:extLst>
                </p14:cNvPr>
                <p14:cNvContentPartPr/>
                <p14:nvPr/>
              </p14:nvContentPartPr>
              <p14:xfrm>
                <a:off x="3938705" y="710391"/>
                <a:ext cx="360" cy="360"/>
              </p14:xfrm>
            </p:contentPart>
          </mc:Choice>
          <mc:Fallback xmlns="">
            <p:pic>
              <p:nvPicPr>
                <p:cNvPr id="21" name="Ink 20">
                  <a:extLst>
                    <a:ext uri="{FF2B5EF4-FFF2-40B4-BE49-F238E27FC236}">
                      <a16:creationId xmlns:a16="http://schemas.microsoft.com/office/drawing/2014/main" id="{A25A98BB-005E-B9D3-4526-6C156DCEDFFE}"/>
                    </a:ext>
                  </a:extLst>
                </p:cNvPr>
                <p:cNvPicPr/>
                <p:nvPr/>
              </p:nvPicPr>
              <p:blipFill>
                <a:blip r:embed="rId4"/>
                <a:stretch>
                  <a:fillRect/>
                </a:stretch>
              </p:blipFill>
              <p:spPr>
                <a:xfrm>
                  <a:off x="3876065" y="647391"/>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D6A40751-3DB5-E75B-5AEC-9AA269BCCCF1}"/>
                  </a:ext>
                </a:extLst>
              </p14:cNvPr>
              <p14:cNvContentPartPr/>
              <p14:nvPr/>
            </p14:nvContentPartPr>
            <p14:xfrm>
              <a:off x="745505" y="2806505"/>
              <a:ext cx="360" cy="360"/>
            </p14:xfrm>
          </p:contentPart>
        </mc:Choice>
        <mc:Fallback xmlns="">
          <p:pic>
            <p:nvPicPr>
              <p:cNvPr id="23" name="Ink 22">
                <a:extLst>
                  <a:ext uri="{FF2B5EF4-FFF2-40B4-BE49-F238E27FC236}">
                    <a16:creationId xmlns:a16="http://schemas.microsoft.com/office/drawing/2014/main" id="{D6A40751-3DB5-E75B-5AEC-9AA269BCCCF1}"/>
                  </a:ext>
                </a:extLst>
              </p:cNvPr>
              <p:cNvPicPr/>
              <p:nvPr/>
            </p:nvPicPr>
            <p:blipFill>
              <a:blip r:embed="rId4"/>
              <a:stretch>
                <a:fillRect/>
              </a:stretch>
            </p:blipFill>
            <p:spPr>
              <a:xfrm>
                <a:off x="682505" y="274350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D5E5CE70-3F39-A1E2-4C4A-CEE0D9A84BD0}"/>
                  </a:ext>
                </a:extLst>
              </p14:cNvPr>
              <p14:cNvContentPartPr/>
              <p14:nvPr/>
            </p14:nvContentPartPr>
            <p14:xfrm>
              <a:off x="1202705" y="2053745"/>
              <a:ext cx="360" cy="360"/>
            </p14:xfrm>
          </p:contentPart>
        </mc:Choice>
        <mc:Fallback xmlns="">
          <p:pic>
            <p:nvPicPr>
              <p:cNvPr id="24" name="Ink 23">
                <a:extLst>
                  <a:ext uri="{FF2B5EF4-FFF2-40B4-BE49-F238E27FC236}">
                    <a16:creationId xmlns:a16="http://schemas.microsoft.com/office/drawing/2014/main" id="{D5E5CE70-3F39-A1E2-4C4A-CEE0D9A84BD0}"/>
                  </a:ext>
                </a:extLst>
              </p:cNvPr>
              <p:cNvPicPr/>
              <p:nvPr/>
            </p:nvPicPr>
            <p:blipFill>
              <a:blip r:embed="rId4"/>
              <a:stretch>
                <a:fillRect/>
              </a:stretch>
            </p:blipFill>
            <p:spPr>
              <a:xfrm>
                <a:off x="1139705" y="1990745"/>
                <a:ext cx="126000" cy="126000"/>
              </a:xfrm>
              <a:prstGeom prst="rect">
                <a:avLst/>
              </a:prstGeom>
            </p:spPr>
          </p:pic>
        </mc:Fallback>
      </mc:AlternateContent>
      <p:sp>
        <p:nvSpPr>
          <p:cNvPr id="26" name="TextBox 25">
            <a:extLst>
              <a:ext uri="{FF2B5EF4-FFF2-40B4-BE49-F238E27FC236}">
                <a16:creationId xmlns:a16="http://schemas.microsoft.com/office/drawing/2014/main" id="{B8AAE600-8DB6-3F4D-6086-80DCD0DBB0FF}"/>
              </a:ext>
            </a:extLst>
          </p:cNvPr>
          <p:cNvSpPr txBox="1"/>
          <p:nvPr/>
        </p:nvSpPr>
        <p:spPr>
          <a:xfrm>
            <a:off x="135453" y="1013819"/>
            <a:ext cx="3147544" cy="3416320"/>
          </a:xfrm>
          <a:prstGeom prst="rect">
            <a:avLst/>
          </a:prstGeom>
          <a:noFill/>
        </p:spPr>
        <p:txBody>
          <a:bodyPr wrap="square">
            <a:spAutoFit/>
          </a:bodyPr>
          <a:lstStyle/>
          <a:p>
            <a:pPr marL="171450" indent="-171450" rtl="0">
              <a:buFont typeface="Arial" panose="020B0604020202020204" pitchFamily="34" charset="0"/>
              <a:buChar char="•"/>
            </a:pPr>
            <a:r>
              <a:rPr lang="en-US" sz="1200" dirty="0"/>
              <a:t>This table ranks all sapphire configurations by figure of merit defined as R</a:t>
            </a:r>
            <a:r>
              <a:rPr lang="en-US" sz="900" dirty="0"/>
              <a:t>on</a:t>
            </a:r>
            <a:r>
              <a:rPr lang="en-US" sz="1200" dirty="0"/>
              <a:t> times C</a:t>
            </a:r>
            <a:r>
              <a:rPr lang="en-US" sz="900" dirty="0"/>
              <a:t>o(er)</a:t>
            </a:r>
            <a:r>
              <a:rPr lang="en-US" sz="1200" dirty="0"/>
              <a:t> divided by operating voltage. Silicon configurations are excluded entirely because none of them crossed the 1200 V qualification threshold.</a:t>
            </a:r>
          </a:p>
          <a:p>
            <a:pPr marL="171450" indent="-171450" rtl="0">
              <a:buFont typeface="Arial" panose="020B0604020202020204" pitchFamily="34" charset="0"/>
              <a:buChar char="•"/>
            </a:pPr>
            <a:endParaRPr lang="en-US" sz="1200" dirty="0"/>
          </a:p>
          <a:p>
            <a:pPr marL="171450" indent="-171450" rtl="0">
              <a:buFont typeface="Arial" panose="020B0604020202020204" pitchFamily="34" charset="0"/>
              <a:buChar char="•"/>
            </a:pPr>
            <a:r>
              <a:rPr lang="en-US" sz="1200" dirty="0"/>
              <a:t>The top-ranked configuration is Lgd = 10 µm, 0.5 µm buffer, 500 µm substrate achieved 1814 V breakdown voltage at the lowest on-resistance in the sweep.</a:t>
            </a:r>
          </a:p>
          <a:p>
            <a:pPr marL="171450" indent="-171450" rtl="0">
              <a:buFont typeface="Arial" panose="020B0604020202020204" pitchFamily="34" charset="0"/>
              <a:buChar char="•"/>
            </a:pPr>
            <a:endParaRPr lang="en-US" sz="1200" dirty="0"/>
          </a:p>
          <a:p>
            <a:pPr marL="171450" indent="-171450" rtl="0">
              <a:buFont typeface="Arial" panose="020B0604020202020204" pitchFamily="34" charset="0"/>
              <a:buChar char="•"/>
            </a:pPr>
            <a:r>
              <a:rPr lang="en-US" sz="1200" dirty="0"/>
              <a:t> Importantly, this is also the cheapest configuration to manufacture: the thinnest buffer reduces reactor time and 500 µm is the standard commercial wafer thickness.</a:t>
            </a:r>
          </a:p>
        </p:txBody>
      </p:sp>
    </p:spTree>
    <p:extLst>
      <p:ext uri="{BB962C8B-B14F-4D97-AF65-F5344CB8AC3E}">
        <p14:creationId xmlns:p14="http://schemas.microsoft.com/office/powerpoint/2010/main" val="4269758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7"/>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8"/>
          </p:nvPr>
        </p:nvSpPr>
        <p:spPr/>
        <p:txBody>
          <a:bodyPr/>
          <a:lstStyle/>
          <a:p>
            <a:fld id="{9E82CC3C-1DC0-4FDA-9590-6CC506AB67F8}" type="slidenum">
              <a:rPr lang="en-US" smtClean="0"/>
              <a:pPr/>
              <a:t>22</a:t>
            </a:fld>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82DB5A2D-6A20-5C5D-B199-045995CA4DC4}"/>
                  </a:ext>
                </a:extLst>
              </p14:cNvPr>
              <p14:cNvContentPartPr/>
              <p14:nvPr/>
            </p14:nvContentPartPr>
            <p14:xfrm>
              <a:off x="1709225" y="1111071"/>
              <a:ext cx="360" cy="360"/>
            </p14:xfrm>
          </p:contentPart>
        </mc:Choice>
        <mc:Fallback xmlns="">
          <p:pic>
            <p:nvPicPr>
              <p:cNvPr id="11" name="Ink 10">
                <a:extLst>
                  <a:ext uri="{FF2B5EF4-FFF2-40B4-BE49-F238E27FC236}">
                    <a16:creationId xmlns:a16="http://schemas.microsoft.com/office/drawing/2014/main" id="{82DB5A2D-6A20-5C5D-B199-045995CA4DC4}"/>
                  </a:ext>
                </a:extLst>
              </p:cNvPr>
              <p:cNvPicPr/>
              <p:nvPr/>
            </p:nvPicPr>
            <p:blipFill>
              <a:blip r:embed="rId3"/>
              <a:stretch>
                <a:fillRect/>
              </a:stretch>
            </p:blipFill>
            <p:spPr>
              <a:xfrm>
                <a:off x="1646225" y="1048071"/>
                <a:ext cx="126000" cy="126000"/>
              </a:xfrm>
              <a:prstGeom prst="rect">
                <a:avLst/>
              </a:prstGeom>
            </p:spPr>
          </p:pic>
        </mc:Fallback>
      </mc:AlternateContent>
      <p:grpSp>
        <p:nvGrpSpPr>
          <p:cNvPr id="22" name="Group 21">
            <a:extLst>
              <a:ext uri="{FF2B5EF4-FFF2-40B4-BE49-F238E27FC236}">
                <a16:creationId xmlns:a16="http://schemas.microsoft.com/office/drawing/2014/main" id="{BCE69703-CC8B-F180-F2A9-B2A2E5ADB706}"/>
              </a:ext>
            </a:extLst>
          </p:cNvPr>
          <p:cNvGrpSpPr/>
          <p:nvPr/>
        </p:nvGrpSpPr>
        <p:grpSpPr>
          <a:xfrm>
            <a:off x="3727745" y="639831"/>
            <a:ext cx="422280" cy="70920"/>
            <a:chOff x="3727745" y="639831"/>
            <a:chExt cx="422280" cy="7092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CCFF0E30-46A5-A294-4F23-17FD927159A4}"/>
                    </a:ext>
                  </a:extLst>
                </p14:cNvPr>
                <p14:cNvContentPartPr/>
                <p14:nvPr/>
              </p14:nvContentPartPr>
              <p14:xfrm>
                <a:off x="4093505" y="710391"/>
                <a:ext cx="360" cy="360"/>
              </p14:xfrm>
            </p:contentPart>
          </mc:Choice>
          <mc:Fallback xmlns="">
            <p:pic>
              <p:nvPicPr>
                <p:cNvPr id="12" name="Ink 11">
                  <a:extLst>
                    <a:ext uri="{FF2B5EF4-FFF2-40B4-BE49-F238E27FC236}">
                      <a16:creationId xmlns:a16="http://schemas.microsoft.com/office/drawing/2014/main" id="{CCFF0E30-46A5-A294-4F23-17FD927159A4}"/>
                    </a:ext>
                  </a:extLst>
                </p:cNvPr>
                <p:cNvPicPr/>
                <p:nvPr/>
              </p:nvPicPr>
              <p:blipFill>
                <a:blip r:embed="rId3"/>
                <a:stretch>
                  <a:fillRect/>
                </a:stretch>
              </p:blipFill>
              <p:spPr>
                <a:xfrm>
                  <a:off x="403050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3831A29-B526-B094-7E39-10A31B9C3A14}"/>
                    </a:ext>
                  </a:extLst>
                </p14:cNvPr>
                <p14:cNvContentPartPr/>
                <p14:nvPr/>
              </p14:nvContentPartPr>
              <p14:xfrm>
                <a:off x="4037345" y="653871"/>
                <a:ext cx="360" cy="360"/>
              </p14:xfrm>
            </p:contentPart>
          </mc:Choice>
          <mc:Fallback xmlns="">
            <p:pic>
              <p:nvPicPr>
                <p:cNvPr id="13" name="Ink 12">
                  <a:extLst>
                    <a:ext uri="{FF2B5EF4-FFF2-40B4-BE49-F238E27FC236}">
                      <a16:creationId xmlns:a16="http://schemas.microsoft.com/office/drawing/2014/main" id="{43831A29-B526-B094-7E39-10A31B9C3A14}"/>
                    </a:ext>
                  </a:extLst>
                </p:cNvPr>
                <p:cNvPicPr/>
                <p:nvPr/>
              </p:nvPicPr>
              <p:blipFill>
                <a:blip r:embed="rId3"/>
                <a:stretch>
                  <a:fillRect/>
                </a:stretch>
              </p:blipFill>
              <p:spPr>
                <a:xfrm>
                  <a:off x="3974345" y="5908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5DEF3E73-1DAE-B7D7-D111-982B1DA4ECD7}"/>
                    </a:ext>
                  </a:extLst>
                </p14:cNvPr>
                <p14:cNvContentPartPr/>
                <p14:nvPr/>
              </p14:nvContentPartPr>
              <p14:xfrm>
                <a:off x="4107545" y="639831"/>
                <a:ext cx="360" cy="360"/>
              </p14:xfrm>
            </p:contentPart>
          </mc:Choice>
          <mc:Fallback xmlns="">
            <p:pic>
              <p:nvPicPr>
                <p:cNvPr id="15" name="Ink 14">
                  <a:extLst>
                    <a:ext uri="{FF2B5EF4-FFF2-40B4-BE49-F238E27FC236}">
                      <a16:creationId xmlns:a16="http://schemas.microsoft.com/office/drawing/2014/main" id="{5DEF3E73-1DAE-B7D7-D111-982B1DA4ECD7}"/>
                    </a:ext>
                  </a:extLst>
                </p:cNvPr>
                <p:cNvPicPr/>
                <p:nvPr/>
              </p:nvPicPr>
              <p:blipFill>
                <a:blip r:embed="rId3"/>
                <a:stretch>
                  <a:fillRect/>
                </a:stretch>
              </p:blipFill>
              <p:spPr>
                <a:xfrm>
                  <a:off x="4044545" y="57683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9668D94D-53B8-9C4B-0C66-9EFE2D0B9A61}"/>
                    </a:ext>
                  </a:extLst>
                </p14:cNvPr>
                <p14:cNvContentPartPr/>
                <p14:nvPr/>
              </p14:nvContentPartPr>
              <p14:xfrm>
                <a:off x="4149665" y="710391"/>
                <a:ext cx="360" cy="360"/>
              </p14:xfrm>
            </p:contentPart>
          </mc:Choice>
          <mc:Fallback xmlns="">
            <p:pic>
              <p:nvPicPr>
                <p:cNvPr id="17" name="Ink 16">
                  <a:extLst>
                    <a:ext uri="{FF2B5EF4-FFF2-40B4-BE49-F238E27FC236}">
                      <a16:creationId xmlns:a16="http://schemas.microsoft.com/office/drawing/2014/main" id="{9668D94D-53B8-9C4B-0C66-9EFE2D0B9A61}"/>
                    </a:ext>
                  </a:extLst>
                </p:cNvPr>
                <p:cNvPicPr/>
                <p:nvPr/>
              </p:nvPicPr>
              <p:blipFill>
                <a:blip r:embed="rId3"/>
                <a:stretch>
                  <a:fillRect/>
                </a:stretch>
              </p:blipFill>
              <p:spPr>
                <a:xfrm>
                  <a:off x="408666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14881B27-C547-1521-6973-4CEB26F3E8EF}"/>
                    </a:ext>
                  </a:extLst>
                </p14:cNvPr>
                <p14:cNvContentPartPr/>
                <p14:nvPr/>
              </p14:nvContentPartPr>
              <p14:xfrm>
                <a:off x="3833225" y="661071"/>
                <a:ext cx="360" cy="360"/>
              </p14:xfrm>
            </p:contentPart>
          </mc:Choice>
          <mc:Fallback xmlns="">
            <p:pic>
              <p:nvPicPr>
                <p:cNvPr id="18" name="Ink 17">
                  <a:extLst>
                    <a:ext uri="{FF2B5EF4-FFF2-40B4-BE49-F238E27FC236}">
                      <a16:creationId xmlns:a16="http://schemas.microsoft.com/office/drawing/2014/main" id="{14881B27-C547-1521-6973-4CEB26F3E8EF}"/>
                    </a:ext>
                  </a:extLst>
                </p:cNvPr>
                <p:cNvPicPr/>
                <p:nvPr/>
              </p:nvPicPr>
              <p:blipFill>
                <a:blip r:embed="rId3"/>
                <a:stretch>
                  <a:fillRect/>
                </a:stretch>
              </p:blipFill>
              <p:spPr>
                <a:xfrm>
                  <a:off x="3770225" y="5980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455531A5-51F0-F729-1D93-D26216F3D466}"/>
                    </a:ext>
                  </a:extLst>
                </p14:cNvPr>
                <p14:cNvContentPartPr/>
                <p14:nvPr/>
              </p14:nvContentPartPr>
              <p14:xfrm>
                <a:off x="3727745" y="675111"/>
                <a:ext cx="360" cy="360"/>
              </p14:xfrm>
            </p:contentPart>
          </mc:Choice>
          <mc:Fallback xmlns="">
            <p:pic>
              <p:nvPicPr>
                <p:cNvPr id="19" name="Ink 18">
                  <a:extLst>
                    <a:ext uri="{FF2B5EF4-FFF2-40B4-BE49-F238E27FC236}">
                      <a16:creationId xmlns:a16="http://schemas.microsoft.com/office/drawing/2014/main" id="{455531A5-51F0-F729-1D93-D26216F3D466}"/>
                    </a:ext>
                  </a:extLst>
                </p:cNvPr>
                <p:cNvPicPr/>
                <p:nvPr/>
              </p:nvPicPr>
              <p:blipFill>
                <a:blip r:embed="rId3"/>
                <a:stretch>
                  <a:fillRect/>
                </a:stretch>
              </p:blipFill>
              <p:spPr>
                <a:xfrm>
                  <a:off x="3664745" y="6121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96527C4A-C923-BC3D-9834-6B372B3B9FB1}"/>
                    </a:ext>
                  </a:extLst>
                </p14:cNvPr>
                <p14:cNvContentPartPr/>
                <p14:nvPr/>
              </p14:nvContentPartPr>
              <p14:xfrm>
                <a:off x="3854465" y="689151"/>
                <a:ext cx="360" cy="360"/>
              </p14:xfrm>
            </p:contentPart>
          </mc:Choice>
          <mc:Fallback xmlns="">
            <p:pic>
              <p:nvPicPr>
                <p:cNvPr id="20" name="Ink 19">
                  <a:extLst>
                    <a:ext uri="{FF2B5EF4-FFF2-40B4-BE49-F238E27FC236}">
                      <a16:creationId xmlns:a16="http://schemas.microsoft.com/office/drawing/2014/main" id="{96527C4A-C923-BC3D-9834-6B372B3B9FB1}"/>
                    </a:ext>
                  </a:extLst>
                </p:cNvPr>
                <p:cNvPicPr/>
                <p:nvPr/>
              </p:nvPicPr>
              <p:blipFill>
                <a:blip r:embed="rId3"/>
                <a:stretch>
                  <a:fillRect/>
                </a:stretch>
              </p:blipFill>
              <p:spPr>
                <a:xfrm>
                  <a:off x="3791465" y="62615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A25A98BB-005E-B9D3-4526-6C156DCEDFFE}"/>
                    </a:ext>
                  </a:extLst>
                </p14:cNvPr>
                <p14:cNvContentPartPr/>
                <p14:nvPr/>
              </p14:nvContentPartPr>
              <p14:xfrm>
                <a:off x="3938705" y="710391"/>
                <a:ext cx="360" cy="360"/>
              </p14:xfrm>
            </p:contentPart>
          </mc:Choice>
          <mc:Fallback xmlns="">
            <p:pic>
              <p:nvPicPr>
                <p:cNvPr id="21" name="Ink 20">
                  <a:extLst>
                    <a:ext uri="{FF2B5EF4-FFF2-40B4-BE49-F238E27FC236}">
                      <a16:creationId xmlns:a16="http://schemas.microsoft.com/office/drawing/2014/main" id="{A25A98BB-005E-B9D3-4526-6C156DCEDFFE}"/>
                    </a:ext>
                  </a:extLst>
                </p:cNvPr>
                <p:cNvPicPr/>
                <p:nvPr/>
              </p:nvPicPr>
              <p:blipFill>
                <a:blip r:embed="rId3"/>
                <a:stretch>
                  <a:fillRect/>
                </a:stretch>
              </p:blipFill>
              <p:spPr>
                <a:xfrm>
                  <a:off x="3875705" y="647391"/>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D6A40751-3DB5-E75B-5AEC-9AA269BCCCF1}"/>
                  </a:ext>
                </a:extLst>
              </p14:cNvPr>
              <p14:cNvContentPartPr/>
              <p14:nvPr/>
            </p14:nvContentPartPr>
            <p14:xfrm>
              <a:off x="745505" y="2806505"/>
              <a:ext cx="360" cy="360"/>
            </p14:xfrm>
          </p:contentPart>
        </mc:Choice>
        <mc:Fallback xmlns="">
          <p:pic>
            <p:nvPicPr>
              <p:cNvPr id="23" name="Ink 22">
                <a:extLst>
                  <a:ext uri="{FF2B5EF4-FFF2-40B4-BE49-F238E27FC236}">
                    <a16:creationId xmlns:a16="http://schemas.microsoft.com/office/drawing/2014/main" id="{D6A40751-3DB5-E75B-5AEC-9AA269BCCCF1}"/>
                  </a:ext>
                </a:extLst>
              </p:cNvPr>
              <p:cNvPicPr/>
              <p:nvPr/>
            </p:nvPicPr>
            <p:blipFill>
              <a:blip r:embed="rId3"/>
              <a:stretch>
                <a:fillRect/>
              </a:stretch>
            </p:blipFill>
            <p:spPr>
              <a:xfrm>
                <a:off x="682505" y="274350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5E5CE70-3F39-A1E2-4C4A-CEE0D9A84BD0}"/>
                  </a:ext>
                </a:extLst>
              </p14:cNvPr>
              <p14:cNvContentPartPr/>
              <p14:nvPr/>
            </p14:nvContentPartPr>
            <p14:xfrm>
              <a:off x="1202705" y="2053745"/>
              <a:ext cx="360" cy="360"/>
            </p14:xfrm>
          </p:contentPart>
        </mc:Choice>
        <mc:Fallback xmlns="">
          <p:pic>
            <p:nvPicPr>
              <p:cNvPr id="24" name="Ink 23">
                <a:extLst>
                  <a:ext uri="{FF2B5EF4-FFF2-40B4-BE49-F238E27FC236}">
                    <a16:creationId xmlns:a16="http://schemas.microsoft.com/office/drawing/2014/main" id="{D5E5CE70-3F39-A1E2-4C4A-CEE0D9A84BD0}"/>
                  </a:ext>
                </a:extLst>
              </p:cNvPr>
              <p:cNvPicPr/>
              <p:nvPr/>
            </p:nvPicPr>
            <p:blipFill>
              <a:blip r:embed="rId3"/>
              <a:stretch>
                <a:fillRect/>
              </a:stretch>
            </p:blipFill>
            <p:spPr>
              <a:xfrm>
                <a:off x="1139705" y="1990745"/>
                <a:ext cx="126000" cy="126000"/>
              </a:xfrm>
              <a:prstGeom prst="rect">
                <a:avLst/>
              </a:prstGeom>
            </p:spPr>
          </p:pic>
        </mc:Fallback>
      </mc:AlternateContent>
      <p:sp>
        <p:nvSpPr>
          <p:cNvPr id="26" name="TextBox 25">
            <a:extLst>
              <a:ext uri="{FF2B5EF4-FFF2-40B4-BE49-F238E27FC236}">
                <a16:creationId xmlns:a16="http://schemas.microsoft.com/office/drawing/2014/main" id="{B8AAE600-8DB6-3F4D-6086-80DCD0DBB0FF}"/>
              </a:ext>
            </a:extLst>
          </p:cNvPr>
          <p:cNvSpPr txBox="1"/>
          <p:nvPr/>
        </p:nvSpPr>
        <p:spPr>
          <a:xfrm>
            <a:off x="208404" y="507383"/>
            <a:ext cx="3001642" cy="3600986"/>
          </a:xfrm>
          <a:prstGeom prst="rect">
            <a:avLst/>
          </a:prstGeom>
          <a:noFill/>
        </p:spPr>
        <p:txBody>
          <a:bodyPr wrap="square">
            <a:spAutoFit/>
          </a:bodyPr>
          <a:lstStyle/>
          <a:p>
            <a:pPr marL="171450" indent="-171450" rtl="0">
              <a:buFont typeface="Arial" panose="020B0604020202020204" pitchFamily="34" charset="0"/>
              <a:buChar char="•"/>
            </a:pPr>
            <a:r>
              <a:rPr lang="en-US" sz="1200" dirty="0"/>
              <a:t>Since silicon never reaches 1200 V, a direct comparison at that voltage is not possible. Instead, both platforms are evaluated at 600 V and 900 V, the voltage classes where silicon can still operate. Comparison was done using the same buffer thickness and substrate thickness.</a:t>
            </a:r>
          </a:p>
          <a:p>
            <a:pPr marL="171450" indent="-171450" rtl="0">
              <a:buFont typeface="Arial" panose="020B0604020202020204" pitchFamily="34" charset="0"/>
              <a:buChar char="•"/>
            </a:pPr>
            <a:endParaRPr lang="en-US" sz="1200" dirty="0"/>
          </a:p>
          <a:p>
            <a:pPr marL="171450" indent="-171450" rtl="0">
              <a:buFont typeface="Arial" panose="020B0604020202020204" pitchFamily="34" charset="0"/>
              <a:buChar char="•"/>
            </a:pPr>
            <a:r>
              <a:rPr lang="en-US" sz="1200" dirty="0"/>
              <a:t>At every L</a:t>
            </a:r>
            <a:r>
              <a:rPr lang="en-US" sz="900" dirty="0"/>
              <a:t>gd</a:t>
            </a:r>
            <a:r>
              <a:rPr lang="en-US" sz="1200" dirty="0"/>
              <a:t> and at both voltage classes, sapphire achieves lower C</a:t>
            </a:r>
            <a:r>
              <a:rPr lang="en-US" sz="900" dirty="0"/>
              <a:t>o(er)</a:t>
            </a:r>
            <a:r>
              <a:rPr lang="en-US" sz="1200" dirty="0"/>
              <a:t> and better figure of merit than silicon. The Ron is virtually identical between the two platforms at the same geometry. This confirms that sapphire is not just better at high voltage, it is a strictly superior platform at every voltage level tested, with no trade-off in conduction performance.</a:t>
            </a:r>
          </a:p>
        </p:txBody>
      </p:sp>
      <p:pic>
        <p:nvPicPr>
          <p:cNvPr id="4" name="Picture 3">
            <a:extLst>
              <a:ext uri="{FF2B5EF4-FFF2-40B4-BE49-F238E27FC236}">
                <a16:creationId xmlns:a16="http://schemas.microsoft.com/office/drawing/2014/main" id="{B7B5361A-806A-A639-DC10-5D8B132889E4}"/>
              </a:ext>
            </a:extLst>
          </p:cNvPr>
          <p:cNvPicPr>
            <a:picLocks noChangeAspect="1"/>
          </p:cNvPicPr>
          <p:nvPr/>
        </p:nvPicPr>
        <p:blipFill>
          <a:blip r:embed="rId14"/>
          <a:stretch>
            <a:fillRect/>
          </a:stretch>
        </p:blipFill>
        <p:spPr>
          <a:xfrm>
            <a:off x="3329158" y="891245"/>
            <a:ext cx="5606438" cy="2325000"/>
          </a:xfrm>
          <a:prstGeom prst="rect">
            <a:avLst/>
          </a:prstGeom>
        </p:spPr>
      </p:pic>
      <mc:AlternateContent xmlns:mc="http://schemas.openxmlformats.org/markup-compatibility/2006" xmlns:p14="http://schemas.microsoft.com/office/powerpoint/2010/main">
        <mc:Choice Requires="p14">
          <p:contentPart p14:bwMode="auto" r:id="rId15">
            <p14:nvContentPartPr>
              <p14:cNvPr id="42" name="Ink 41">
                <a:extLst>
                  <a:ext uri="{FF2B5EF4-FFF2-40B4-BE49-F238E27FC236}">
                    <a16:creationId xmlns:a16="http://schemas.microsoft.com/office/drawing/2014/main" id="{604A90D0-2EF9-102F-8C18-E286BBF8A428}"/>
                  </a:ext>
                </a:extLst>
              </p14:cNvPr>
              <p14:cNvContentPartPr/>
              <p14:nvPr/>
            </p14:nvContentPartPr>
            <p14:xfrm>
              <a:off x="3425345" y="920631"/>
              <a:ext cx="498960" cy="172440"/>
            </p14:xfrm>
          </p:contentPart>
        </mc:Choice>
        <mc:Fallback xmlns="">
          <p:pic>
            <p:nvPicPr>
              <p:cNvPr id="42" name="Ink 41">
                <a:extLst>
                  <a:ext uri="{FF2B5EF4-FFF2-40B4-BE49-F238E27FC236}">
                    <a16:creationId xmlns:a16="http://schemas.microsoft.com/office/drawing/2014/main" id="{604A90D0-2EF9-102F-8C18-E286BBF8A428}"/>
                  </a:ext>
                </a:extLst>
              </p:cNvPr>
              <p:cNvPicPr/>
              <p:nvPr/>
            </p:nvPicPr>
            <p:blipFill>
              <a:blip r:embed="rId16"/>
              <a:stretch>
                <a:fillRect/>
              </a:stretch>
            </p:blipFill>
            <p:spPr>
              <a:xfrm>
                <a:off x="3362345" y="857991"/>
                <a:ext cx="624600" cy="298080"/>
              </a:xfrm>
              <a:prstGeom prst="rect">
                <a:avLst/>
              </a:prstGeom>
            </p:spPr>
          </p:pic>
        </mc:Fallback>
      </mc:AlternateContent>
    </p:spTree>
    <p:extLst>
      <p:ext uri="{BB962C8B-B14F-4D97-AF65-F5344CB8AC3E}">
        <p14:creationId xmlns:p14="http://schemas.microsoft.com/office/powerpoint/2010/main" val="66499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2795-B146-CE0F-9E22-59F8AC9E7F48}"/>
              </a:ext>
            </a:extLst>
          </p:cNvPr>
          <p:cNvSpPr>
            <a:spLocks noGrp="1"/>
          </p:cNvSpPr>
          <p:nvPr>
            <p:ph type="title"/>
          </p:nvPr>
        </p:nvSpPr>
        <p:spPr>
          <a:xfrm>
            <a:off x="355125" y="207651"/>
            <a:ext cx="8245475" cy="432000"/>
          </a:xfrm>
        </p:spPr>
        <p:txBody>
          <a:bodyPr/>
          <a:lstStyle/>
          <a:p>
            <a:r>
              <a:rPr lang="en-US" dirty="0"/>
              <a:t>Summary </a:t>
            </a:r>
            <a:endParaRPr lang="de-DE" dirty="0"/>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5"/>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6"/>
          </p:nvPr>
        </p:nvSpPr>
        <p:spPr/>
        <p:txBody>
          <a:bodyPr/>
          <a:lstStyle/>
          <a:p>
            <a:fld id="{9E82CC3C-1DC0-4FDA-9590-6CC506AB67F8}" type="slidenum">
              <a:rPr lang="en-US" smtClean="0"/>
              <a:pPr/>
              <a:t>23</a:t>
            </a:fld>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82DB5A2D-6A20-5C5D-B199-045995CA4DC4}"/>
                  </a:ext>
                </a:extLst>
              </p14:cNvPr>
              <p14:cNvContentPartPr/>
              <p14:nvPr/>
            </p14:nvContentPartPr>
            <p14:xfrm>
              <a:off x="1709225" y="1111071"/>
              <a:ext cx="360" cy="360"/>
            </p14:xfrm>
          </p:contentPart>
        </mc:Choice>
        <mc:Fallback xmlns="">
          <p:pic>
            <p:nvPicPr>
              <p:cNvPr id="11" name="Ink 10">
                <a:extLst>
                  <a:ext uri="{FF2B5EF4-FFF2-40B4-BE49-F238E27FC236}">
                    <a16:creationId xmlns:a16="http://schemas.microsoft.com/office/drawing/2014/main" id="{82DB5A2D-6A20-5C5D-B199-045995CA4DC4}"/>
                  </a:ext>
                </a:extLst>
              </p:cNvPr>
              <p:cNvPicPr/>
              <p:nvPr/>
            </p:nvPicPr>
            <p:blipFill>
              <a:blip r:embed="rId3"/>
              <a:stretch>
                <a:fillRect/>
              </a:stretch>
            </p:blipFill>
            <p:spPr>
              <a:xfrm>
                <a:off x="1646225" y="1048071"/>
                <a:ext cx="126000" cy="126000"/>
              </a:xfrm>
              <a:prstGeom prst="rect">
                <a:avLst/>
              </a:prstGeom>
            </p:spPr>
          </p:pic>
        </mc:Fallback>
      </mc:AlternateContent>
      <p:grpSp>
        <p:nvGrpSpPr>
          <p:cNvPr id="22" name="Group 21">
            <a:extLst>
              <a:ext uri="{FF2B5EF4-FFF2-40B4-BE49-F238E27FC236}">
                <a16:creationId xmlns:a16="http://schemas.microsoft.com/office/drawing/2014/main" id="{BCE69703-CC8B-F180-F2A9-B2A2E5ADB706}"/>
              </a:ext>
            </a:extLst>
          </p:cNvPr>
          <p:cNvGrpSpPr/>
          <p:nvPr/>
        </p:nvGrpSpPr>
        <p:grpSpPr>
          <a:xfrm>
            <a:off x="3727745" y="639831"/>
            <a:ext cx="422280" cy="70920"/>
            <a:chOff x="3727745" y="639831"/>
            <a:chExt cx="422280" cy="7092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CCFF0E30-46A5-A294-4F23-17FD927159A4}"/>
                    </a:ext>
                  </a:extLst>
                </p14:cNvPr>
                <p14:cNvContentPartPr/>
                <p14:nvPr/>
              </p14:nvContentPartPr>
              <p14:xfrm>
                <a:off x="4093505" y="710391"/>
                <a:ext cx="360" cy="360"/>
              </p14:xfrm>
            </p:contentPart>
          </mc:Choice>
          <mc:Fallback xmlns="">
            <p:pic>
              <p:nvPicPr>
                <p:cNvPr id="12" name="Ink 11">
                  <a:extLst>
                    <a:ext uri="{FF2B5EF4-FFF2-40B4-BE49-F238E27FC236}">
                      <a16:creationId xmlns:a16="http://schemas.microsoft.com/office/drawing/2014/main" id="{CCFF0E30-46A5-A294-4F23-17FD927159A4}"/>
                    </a:ext>
                  </a:extLst>
                </p:cNvPr>
                <p:cNvPicPr/>
                <p:nvPr/>
              </p:nvPicPr>
              <p:blipFill>
                <a:blip r:embed="rId3"/>
                <a:stretch>
                  <a:fillRect/>
                </a:stretch>
              </p:blipFill>
              <p:spPr>
                <a:xfrm>
                  <a:off x="403050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3831A29-B526-B094-7E39-10A31B9C3A14}"/>
                    </a:ext>
                  </a:extLst>
                </p14:cNvPr>
                <p14:cNvContentPartPr/>
                <p14:nvPr/>
              </p14:nvContentPartPr>
              <p14:xfrm>
                <a:off x="4037345" y="653871"/>
                <a:ext cx="360" cy="360"/>
              </p14:xfrm>
            </p:contentPart>
          </mc:Choice>
          <mc:Fallback xmlns="">
            <p:pic>
              <p:nvPicPr>
                <p:cNvPr id="13" name="Ink 12">
                  <a:extLst>
                    <a:ext uri="{FF2B5EF4-FFF2-40B4-BE49-F238E27FC236}">
                      <a16:creationId xmlns:a16="http://schemas.microsoft.com/office/drawing/2014/main" id="{43831A29-B526-B094-7E39-10A31B9C3A14}"/>
                    </a:ext>
                  </a:extLst>
                </p:cNvPr>
                <p:cNvPicPr/>
                <p:nvPr/>
              </p:nvPicPr>
              <p:blipFill>
                <a:blip r:embed="rId3"/>
                <a:stretch>
                  <a:fillRect/>
                </a:stretch>
              </p:blipFill>
              <p:spPr>
                <a:xfrm>
                  <a:off x="3974345" y="5908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5DEF3E73-1DAE-B7D7-D111-982B1DA4ECD7}"/>
                    </a:ext>
                  </a:extLst>
                </p14:cNvPr>
                <p14:cNvContentPartPr/>
                <p14:nvPr/>
              </p14:nvContentPartPr>
              <p14:xfrm>
                <a:off x="4107545" y="639831"/>
                <a:ext cx="360" cy="360"/>
              </p14:xfrm>
            </p:contentPart>
          </mc:Choice>
          <mc:Fallback xmlns="">
            <p:pic>
              <p:nvPicPr>
                <p:cNvPr id="15" name="Ink 14">
                  <a:extLst>
                    <a:ext uri="{FF2B5EF4-FFF2-40B4-BE49-F238E27FC236}">
                      <a16:creationId xmlns:a16="http://schemas.microsoft.com/office/drawing/2014/main" id="{5DEF3E73-1DAE-B7D7-D111-982B1DA4ECD7}"/>
                    </a:ext>
                  </a:extLst>
                </p:cNvPr>
                <p:cNvPicPr/>
                <p:nvPr/>
              </p:nvPicPr>
              <p:blipFill>
                <a:blip r:embed="rId3"/>
                <a:stretch>
                  <a:fillRect/>
                </a:stretch>
              </p:blipFill>
              <p:spPr>
                <a:xfrm>
                  <a:off x="4044545" y="57683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9668D94D-53B8-9C4B-0C66-9EFE2D0B9A61}"/>
                    </a:ext>
                  </a:extLst>
                </p14:cNvPr>
                <p14:cNvContentPartPr/>
                <p14:nvPr/>
              </p14:nvContentPartPr>
              <p14:xfrm>
                <a:off x="4149665" y="710391"/>
                <a:ext cx="360" cy="360"/>
              </p14:xfrm>
            </p:contentPart>
          </mc:Choice>
          <mc:Fallback xmlns="">
            <p:pic>
              <p:nvPicPr>
                <p:cNvPr id="17" name="Ink 16">
                  <a:extLst>
                    <a:ext uri="{FF2B5EF4-FFF2-40B4-BE49-F238E27FC236}">
                      <a16:creationId xmlns:a16="http://schemas.microsoft.com/office/drawing/2014/main" id="{9668D94D-53B8-9C4B-0C66-9EFE2D0B9A61}"/>
                    </a:ext>
                  </a:extLst>
                </p:cNvPr>
                <p:cNvPicPr/>
                <p:nvPr/>
              </p:nvPicPr>
              <p:blipFill>
                <a:blip r:embed="rId3"/>
                <a:stretch>
                  <a:fillRect/>
                </a:stretch>
              </p:blipFill>
              <p:spPr>
                <a:xfrm>
                  <a:off x="408666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14881B27-C547-1521-6973-4CEB26F3E8EF}"/>
                    </a:ext>
                  </a:extLst>
                </p14:cNvPr>
                <p14:cNvContentPartPr/>
                <p14:nvPr/>
              </p14:nvContentPartPr>
              <p14:xfrm>
                <a:off x="3833225" y="661071"/>
                <a:ext cx="360" cy="360"/>
              </p14:xfrm>
            </p:contentPart>
          </mc:Choice>
          <mc:Fallback xmlns="">
            <p:pic>
              <p:nvPicPr>
                <p:cNvPr id="18" name="Ink 17">
                  <a:extLst>
                    <a:ext uri="{FF2B5EF4-FFF2-40B4-BE49-F238E27FC236}">
                      <a16:creationId xmlns:a16="http://schemas.microsoft.com/office/drawing/2014/main" id="{14881B27-C547-1521-6973-4CEB26F3E8EF}"/>
                    </a:ext>
                  </a:extLst>
                </p:cNvPr>
                <p:cNvPicPr/>
                <p:nvPr/>
              </p:nvPicPr>
              <p:blipFill>
                <a:blip r:embed="rId3"/>
                <a:stretch>
                  <a:fillRect/>
                </a:stretch>
              </p:blipFill>
              <p:spPr>
                <a:xfrm>
                  <a:off x="3770225" y="5980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455531A5-51F0-F729-1D93-D26216F3D466}"/>
                    </a:ext>
                  </a:extLst>
                </p14:cNvPr>
                <p14:cNvContentPartPr/>
                <p14:nvPr/>
              </p14:nvContentPartPr>
              <p14:xfrm>
                <a:off x="3727745" y="675111"/>
                <a:ext cx="360" cy="360"/>
              </p14:xfrm>
            </p:contentPart>
          </mc:Choice>
          <mc:Fallback xmlns="">
            <p:pic>
              <p:nvPicPr>
                <p:cNvPr id="19" name="Ink 18">
                  <a:extLst>
                    <a:ext uri="{FF2B5EF4-FFF2-40B4-BE49-F238E27FC236}">
                      <a16:creationId xmlns:a16="http://schemas.microsoft.com/office/drawing/2014/main" id="{455531A5-51F0-F729-1D93-D26216F3D466}"/>
                    </a:ext>
                  </a:extLst>
                </p:cNvPr>
                <p:cNvPicPr/>
                <p:nvPr/>
              </p:nvPicPr>
              <p:blipFill>
                <a:blip r:embed="rId3"/>
                <a:stretch>
                  <a:fillRect/>
                </a:stretch>
              </p:blipFill>
              <p:spPr>
                <a:xfrm>
                  <a:off x="3664745" y="6121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96527C4A-C923-BC3D-9834-6B372B3B9FB1}"/>
                    </a:ext>
                  </a:extLst>
                </p14:cNvPr>
                <p14:cNvContentPartPr/>
                <p14:nvPr/>
              </p14:nvContentPartPr>
              <p14:xfrm>
                <a:off x="3854465" y="689151"/>
                <a:ext cx="360" cy="360"/>
              </p14:xfrm>
            </p:contentPart>
          </mc:Choice>
          <mc:Fallback xmlns="">
            <p:pic>
              <p:nvPicPr>
                <p:cNvPr id="20" name="Ink 19">
                  <a:extLst>
                    <a:ext uri="{FF2B5EF4-FFF2-40B4-BE49-F238E27FC236}">
                      <a16:creationId xmlns:a16="http://schemas.microsoft.com/office/drawing/2014/main" id="{96527C4A-C923-BC3D-9834-6B372B3B9FB1}"/>
                    </a:ext>
                  </a:extLst>
                </p:cNvPr>
                <p:cNvPicPr/>
                <p:nvPr/>
              </p:nvPicPr>
              <p:blipFill>
                <a:blip r:embed="rId3"/>
                <a:stretch>
                  <a:fillRect/>
                </a:stretch>
              </p:blipFill>
              <p:spPr>
                <a:xfrm>
                  <a:off x="3791465" y="62615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A25A98BB-005E-B9D3-4526-6C156DCEDFFE}"/>
                    </a:ext>
                  </a:extLst>
                </p14:cNvPr>
                <p14:cNvContentPartPr/>
                <p14:nvPr/>
              </p14:nvContentPartPr>
              <p14:xfrm>
                <a:off x="3938705" y="710391"/>
                <a:ext cx="360" cy="360"/>
              </p14:xfrm>
            </p:contentPart>
          </mc:Choice>
          <mc:Fallback xmlns="">
            <p:pic>
              <p:nvPicPr>
                <p:cNvPr id="21" name="Ink 20">
                  <a:extLst>
                    <a:ext uri="{FF2B5EF4-FFF2-40B4-BE49-F238E27FC236}">
                      <a16:creationId xmlns:a16="http://schemas.microsoft.com/office/drawing/2014/main" id="{A25A98BB-005E-B9D3-4526-6C156DCEDFFE}"/>
                    </a:ext>
                  </a:extLst>
                </p:cNvPr>
                <p:cNvPicPr/>
                <p:nvPr/>
              </p:nvPicPr>
              <p:blipFill>
                <a:blip r:embed="rId3"/>
                <a:stretch>
                  <a:fillRect/>
                </a:stretch>
              </p:blipFill>
              <p:spPr>
                <a:xfrm>
                  <a:off x="3875705" y="647391"/>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D6A40751-3DB5-E75B-5AEC-9AA269BCCCF1}"/>
                  </a:ext>
                </a:extLst>
              </p14:cNvPr>
              <p14:cNvContentPartPr/>
              <p14:nvPr/>
            </p14:nvContentPartPr>
            <p14:xfrm>
              <a:off x="745505" y="2806505"/>
              <a:ext cx="360" cy="360"/>
            </p14:xfrm>
          </p:contentPart>
        </mc:Choice>
        <mc:Fallback xmlns="">
          <p:pic>
            <p:nvPicPr>
              <p:cNvPr id="23" name="Ink 22">
                <a:extLst>
                  <a:ext uri="{FF2B5EF4-FFF2-40B4-BE49-F238E27FC236}">
                    <a16:creationId xmlns:a16="http://schemas.microsoft.com/office/drawing/2014/main" id="{D6A40751-3DB5-E75B-5AEC-9AA269BCCCF1}"/>
                  </a:ext>
                </a:extLst>
              </p:cNvPr>
              <p:cNvPicPr/>
              <p:nvPr/>
            </p:nvPicPr>
            <p:blipFill>
              <a:blip r:embed="rId3"/>
              <a:stretch>
                <a:fillRect/>
              </a:stretch>
            </p:blipFill>
            <p:spPr>
              <a:xfrm>
                <a:off x="682505" y="274350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5E5CE70-3F39-A1E2-4C4A-CEE0D9A84BD0}"/>
                  </a:ext>
                </a:extLst>
              </p14:cNvPr>
              <p14:cNvContentPartPr/>
              <p14:nvPr/>
            </p14:nvContentPartPr>
            <p14:xfrm>
              <a:off x="1202705" y="2053745"/>
              <a:ext cx="360" cy="360"/>
            </p14:xfrm>
          </p:contentPart>
        </mc:Choice>
        <mc:Fallback xmlns="">
          <p:pic>
            <p:nvPicPr>
              <p:cNvPr id="24" name="Ink 23">
                <a:extLst>
                  <a:ext uri="{FF2B5EF4-FFF2-40B4-BE49-F238E27FC236}">
                    <a16:creationId xmlns:a16="http://schemas.microsoft.com/office/drawing/2014/main" id="{D5E5CE70-3F39-A1E2-4C4A-CEE0D9A84BD0}"/>
                  </a:ext>
                </a:extLst>
              </p:cNvPr>
              <p:cNvPicPr/>
              <p:nvPr/>
            </p:nvPicPr>
            <p:blipFill>
              <a:blip r:embed="rId3"/>
              <a:stretch>
                <a:fillRect/>
              </a:stretch>
            </p:blipFill>
            <p:spPr>
              <a:xfrm>
                <a:off x="1139705" y="1990745"/>
                <a:ext cx="126000" cy="126000"/>
              </a:xfrm>
              <a:prstGeom prst="rect">
                <a:avLst/>
              </a:prstGeom>
            </p:spPr>
          </p:pic>
        </mc:Fallback>
      </mc:AlternateContent>
      <p:grpSp>
        <p:nvGrpSpPr>
          <p:cNvPr id="37" name="Group 36">
            <a:extLst>
              <a:ext uri="{FF2B5EF4-FFF2-40B4-BE49-F238E27FC236}">
                <a16:creationId xmlns:a16="http://schemas.microsoft.com/office/drawing/2014/main" id="{163058AB-8AA6-C0A0-86BC-ED1CE08D9756}"/>
              </a:ext>
            </a:extLst>
          </p:cNvPr>
          <p:cNvGrpSpPr/>
          <p:nvPr/>
        </p:nvGrpSpPr>
        <p:grpSpPr>
          <a:xfrm>
            <a:off x="3369185" y="1172271"/>
            <a:ext cx="507240" cy="368280"/>
            <a:chOff x="3369185" y="1172271"/>
            <a:chExt cx="507240" cy="368280"/>
          </a:xfrm>
        </p:grpSpPr>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5EEBF3AC-5A0A-55C0-AF4B-6EBB3CD7596B}"/>
                    </a:ext>
                  </a:extLst>
                </p14:cNvPr>
                <p14:cNvContentPartPr/>
                <p14:nvPr/>
              </p14:nvContentPartPr>
              <p14:xfrm>
                <a:off x="3397265" y="1540191"/>
                <a:ext cx="360" cy="360"/>
              </p14:xfrm>
            </p:contentPart>
          </mc:Choice>
          <mc:Fallback xmlns="">
            <p:pic>
              <p:nvPicPr>
                <p:cNvPr id="33" name="Ink 32">
                  <a:extLst>
                    <a:ext uri="{FF2B5EF4-FFF2-40B4-BE49-F238E27FC236}">
                      <a16:creationId xmlns:a16="http://schemas.microsoft.com/office/drawing/2014/main" id="{5EEBF3AC-5A0A-55C0-AF4B-6EBB3CD7596B}"/>
                    </a:ext>
                  </a:extLst>
                </p:cNvPr>
                <p:cNvPicPr/>
                <p:nvPr/>
              </p:nvPicPr>
              <p:blipFill>
                <a:blip r:embed="rId3"/>
                <a:stretch>
                  <a:fillRect/>
                </a:stretch>
              </p:blipFill>
              <p:spPr>
                <a:xfrm>
                  <a:off x="3334265" y="14771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4" name="Ink 33">
                  <a:extLst>
                    <a:ext uri="{FF2B5EF4-FFF2-40B4-BE49-F238E27FC236}">
                      <a16:creationId xmlns:a16="http://schemas.microsoft.com/office/drawing/2014/main" id="{D8B314BD-F937-7931-43A9-E952CD1313B1}"/>
                    </a:ext>
                  </a:extLst>
                </p14:cNvPr>
                <p14:cNvContentPartPr/>
                <p14:nvPr/>
              </p14:nvContentPartPr>
              <p14:xfrm>
                <a:off x="3397265" y="1540191"/>
                <a:ext cx="360" cy="360"/>
              </p14:xfrm>
            </p:contentPart>
          </mc:Choice>
          <mc:Fallback xmlns="">
            <p:pic>
              <p:nvPicPr>
                <p:cNvPr id="34" name="Ink 33">
                  <a:extLst>
                    <a:ext uri="{FF2B5EF4-FFF2-40B4-BE49-F238E27FC236}">
                      <a16:creationId xmlns:a16="http://schemas.microsoft.com/office/drawing/2014/main" id="{D8B314BD-F937-7931-43A9-E952CD1313B1}"/>
                    </a:ext>
                  </a:extLst>
                </p:cNvPr>
                <p:cNvPicPr/>
                <p:nvPr/>
              </p:nvPicPr>
              <p:blipFill>
                <a:blip r:embed="rId3"/>
                <a:stretch>
                  <a:fillRect/>
                </a:stretch>
              </p:blipFill>
              <p:spPr>
                <a:xfrm>
                  <a:off x="3334265" y="14771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5" name="Ink 34">
                  <a:extLst>
                    <a:ext uri="{FF2B5EF4-FFF2-40B4-BE49-F238E27FC236}">
                      <a16:creationId xmlns:a16="http://schemas.microsoft.com/office/drawing/2014/main" id="{55F2CCC3-A60B-1CB2-C9E3-3EB050102E6F}"/>
                    </a:ext>
                  </a:extLst>
                </p14:cNvPr>
                <p14:cNvContentPartPr/>
                <p14:nvPr/>
              </p14:nvContentPartPr>
              <p14:xfrm>
                <a:off x="3369185" y="1490871"/>
                <a:ext cx="360" cy="360"/>
              </p14:xfrm>
            </p:contentPart>
          </mc:Choice>
          <mc:Fallback xmlns="">
            <p:pic>
              <p:nvPicPr>
                <p:cNvPr id="35" name="Ink 34">
                  <a:extLst>
                    <a:ext uri="{FF2B5EF4-FFF2-40B4-BE49-F238E27FC236}">
                      <a16:creationId xmlns:a16="http://schemas.microsoft.com/office/drawing/2014/main" id="{55F2CCC3-A60B-1CB2-C9E3-3EB050102E6F}"/>
                    </a:ext>
                  </a:extLst>
                </p:cNvPr>
                <p:cNvPicPr/>
                <p:nvPr/>
              </p:nvPicPr>
              <p:blipFill>
                <a:blip r:embed="rId3"/>
                <a:stretch>
                  <a:fillRect/>
                </a:stretch>
              </p:blipFill>
              <p:spPr>
                <a:xfrm>
                  <a:off x="3306185" y="14278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8C23FB68-700C-563F-F125-DD33A7B6AD35}"/>
                    </a:ext>
                  </a:extLst>
                </p14:cNvPr>
                <p14:cNvContentPartPr/>
                <p14:nvPr/>
              </p14:nvContentPartPr>
              <p14:xfrm>
                <a:off x="3418145" y="1172271"/>
                <a:ext cx="458280" cy="348480"/>
              </p14:xfrm>
            </p:contentPart>
          </mc:Choice>
          <mc:Fallback xmlns="">
            <p:pic>
              <p:nvPicPr>
                <p:cNvPr id="36" name="Ink 35">
                  <a:extLst>
                    <a:ext uri="{FF2B5EF4-FFF2-40B4-BE49-F238E27FC236}">
                      <a16:creationId xmlns:a16="http://schemas.microsoft.com/office/drawing/2014/main" id="{8C23FB68-700C-563F-F125-DD33A7B6AD35}"/>
                    </a:ext>
                  </a:extLst>
                </p:cNvPr>
                <p:cNvPicPr/>
                <p:nvPr/>
              </p:nvPicPr>
              <p:blipFill>
                <a:blip r:embed="rId18"/>
                <a:stretch>
                  <a:fillRect/>
                </a:stretch>
              </p:blipFill>
              <p:spPr>
                <a:xfrm>
                  <a:off x="3355145" y="1109206"/>
                  <a:ext cx="583920" cy="474250"/>
                </a:xfrm>
                <a:prstGeom prst="rect">
                  <a:avLst/>
                </a:prstGeom>
              </p:spPr>
            </p:pic>
          </mc:Fallback>
        </mc:AlternateContent>
      </p:grpSp>
      <p:sp>
        <p:nvSpPr>
          <p:cNvPr id="9" name="Rectangle 2">
            <a:extLst>
              <a:ext uri="{FF2B5EF4-FFF2-40B4-BE49-F238E27FC236}">
                <a16:creationId xmlns:a16="http://schemas.microsoft.com/office/drawing/2014/main" id="{CDB66A77-5A5B-DCAC-4113-5028D1C1B0BE}"/>
              </a:ext>
            </a:extLst>
          </p:cNvPr>
          <p:cNvSpPr>
            <a:spLocks noChangeArrowheads="1"/>
          </p:cNvSpPr>
          <p:nvPr/>
        </p:nvSpPr>
        <p:spPr bwMode="auto">
          <a:xfrm>
            <a:off x="220984" y="616109"/>
            <a:ext cx="870203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A TCAD-based investigation was performed for 1200 V-class GaN HEMTs using silicon and sapphire substrates.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The GaN-on-Si device achieved a maximum breakdown voltage of 1043 V, demonstrating the limitation of the silicon.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Replacing silicon with sapphire enabled the investigated devices to exceed the 1200V target.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Sapphire showed similar R</a:t>
            </a:r>
            <a:r>
              <a:rPr kumimoji="0" lang="en-US" altLang="de-DE" sz="900" i="0" u="none" strike="noStrike" cap="none" normalizeH="0" baseline="0" dirty="0">
                <a:ln>
                  <a:noFill/>
                </a:ln>
                <a:solidFill>
                  <a:schemeClr val="tx1"/>
                </a:solidFill>
                <a:effectLst/>
                <a:latin typeface="Arial" panose="020B0604020202020204" pitchFamily="34" charset="0"/>
              </a:rPr>
              <a:t>on</a:t>
            </a:r>
            <a:r>
              <a:rPr kumimoji="0" lang="en-US" altLang="de-DE" sz="1200" i="0" u="none" strike="noStrike" cap="none" normalizeH="0" baseline="0" dirty="0">
                <a:ln>
                  <a:noFill/>
                </a:ln>
                <a:solidFill>
                  <a:schemeClr val="tx1"/>
                </a:solidFill>
                <a:effectLst/>
                <a:latin typeface="Arial" panose="020B0604020202020204" pitchFamily="34" charset="0"/>
              </a:rPr>
              <a:t> to silicon while providing improved high-voltage blocking capability.</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The sapphire structures exhibited lower C</a:t>
            </a:r>
            <a:r>
              <a:rPr kumimoji="0" lang="en-US" altLang="de-DE" sz="900" i="0" u="none" strike="noStrike" cap="none" normalizeH="0" baseline="0" dirty="0">
                <a:ln>
                  <a:noFill/>
                </a:ln>
                <a:solidFill>
                  <a:schemeClr val="tx1"/>
                </a:solidFill>
                <a:effectLst/>
                <a:latin typeface="Arial" panose="020B0604020202020204" pitchFamily="34" charset="0"/>
              </a:rPr>
              <a:t>oss </a:t>
            </a:r>
            <a:r>
              <a:rPr kumimoji="0" lang="en-US" altLang="de-DE" sz="1200" i="0" u="none" strike="noStrike" cap="none" normalizeH="0" baseline="0" dirty="0">
                <a:ln>
                  <a:noFill/>
                </a:ln>
                <a:solidFill>
                  <a:schemeClr val="tx1"/>
                </a:solidFill>
                <a:effectLst/>
                <a:latin typeface="Arial" panose="020B0604020202020204" pitchFamily="34" charset="0"/>
              </a:rPr>
              <a:t>and reduced capacitive energy over the investigated voltage range.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Increasing sapphire thickness further reduced the effective output capacitance, with a maximum reduction of approximately 31.9% relative to the silicon.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Electric-field analysis identified gate-edge field peaks as a critical lateral breakdown mechanism, with peak electric field exceeding 5 MV/cm.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latin typeface="Arial" panose="020B0604020202020204" pitchFamily="34" charset="0"/>
              </a:rPr>
              <a:t>A dual field-plate structure reduced the simulated peak gate-edge electric field to approximately 1 MV/cm, corresponding to roughly five-fold suppression. </a:t>
            </a:r>
          </a:p>
        </p:txBody>
      </p:sp>
    </p:spTree>
    <p:extLst>
      <p:ext uri="{BB962C8B-B14F-4D97-AF65-F5344CB8AC3E}">
        <p14:creationId xmlns:p14="http://schemas.microsoft.com/office/powerpoint/2010/main" val="178816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2795-B146-CE0F-9E22-59F8AC9E7F48}"/>
              </a:ext>
            </a:extLst>
          </p:cNvPr>
          <p:cNvSpPr>
            <a:spLocks noGrp="1"/>
          </p:cNvSpPr>
          <p:nvPr>
            <p:ph type="title"/>
          </p:nvPr>
        </p:nvSpPr>
        <p:spPr>
          <a:xfrm>
            <a:off x="355125" y="207651"/>
            <a:ext cx="8245475" cy="290511"/>
          </a:xfrm>
        </p:spPr>
        <p:txBody>
          <a:bodyPr/>
          <a:lstStyle/>
          <a:p>
            <a:r>
              <a:rPr lang="en-US" dirty="0"/>
              <a:t>Conclusion</a:t>
            </a:r>
            <a:endParaRPr lang="de-DE" dirty="0"/>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15"/>
          </p:nvPr>
        </p:nvSpPr>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16"/>
          </p:nvPr>
        </p:nvSpPr>
        <p:spPr/>
        <p:txBody>
          <a:bodyPr/>
          <a:lstStyle/>
          <a:p>
            <a:fld id="{9E82CC3C-1DC0-4FDA-9590-6CC506AB67F8}" type="slidenum">
              <a:rPr lang="en-US" smtClean="0"/>
              <a:pPr/>
              <a:t>24</a:t>
            </a:fld>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82DB5A2D-6A20-5C5D-B199-045995CA4DC4}"/>
                  </a:ext>
                </a:extLst>
              </p14:cNvPr>
              <p14:cNvContentPartPr/>
              <p14:nvPr/>
            </p14:nvContentPartPr>
            <p14:xfrm>
              <a:off x="1709225" y="1111071"/>
              <a:ext cx="360" cy="360"/>
            </p14:xfrm>
          </p:contentPart>
        </mc:Choice>
        <mc:Fallback xmlns="">
          <p:pic>
            <p:nvPicPr>
              <p:cNvPr id="11" name="Ink 10">
                <a:extLst>
                  <a:ext uri="{FF2B5EF4-FFF2-40B4-BE49-F238E27FC236}">
                    <a16:creationId xmlns:a16="http://schemas.microsoft.com/office/drawing/2014/main" id="{82DB5A2D-6A20-5C5D-B199-045995CA4DC4}"/>
                  </a:ext>
                </a:extLst>
              </p:cNvPr>
              <p:cNvPicPr/>
              <p:nvPr/>
            </p:nvPicPr>
            <p:blipFill>
              <a:blip r:embed="rId3"/>
              <a:stretch>
                <a:fillRect/>
              </a:stretch>
            </p:blipFill>
            <p:spPr>
              <a:xfrm>
                <a:off x="1646225" y="1048071"/>
                <a:ext cx="126000" cy="126000"/>
              </a:xfrm>
              <a:prstGeom prst="rect">
                <a:avLst/>
              </a:prstGeom>
            </p:spPr>
          </p:pic>
        </mc:Fallback>
      </mc:AlternateContent>
      <p:grpSp>
        <p:nvGrpSpPr>
          <p:cNvPr id="22" name="Group 21">
            <a:extLst>
              <a:ext uri="{FF2B5EF4-FFF2-40B4-BE49-F238E27FC236}">
                <a16:creationId xmlns:a16="http://schemas.microsoft.com/office/drawing/2014/main" id="{BCE69703-CC8B-F180-F2A9-B2A2E5ADB706}"/>
              </a:ext>
            </a:extLst>
          </p:cNvPr>
          <p:cNvGrpSpPr/>
          <p:nvPr/>
        </p:nvGrpSpPr>
        <p:grpSpPr>
          <a:xfrm>
            <a:off x="3727745" y="639831"/>
            <a:ext cx="422280" cy="70920"/>
            <a:chOff x="3727745" y="639831"/>
            <a:chExt cx="422280" cy="7092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CCFF0E30-46A5-A294-4F23-17FD927159A4}"/>
                    </a:ext>
                  </a:extLst>
                </p14:cNvPr>
                <p14:cNvContentPartPr/>
                <p14:nvPr/>
              </p14:nvContentPartPr>
              <p14:xfrm>
                <a:off x="4093505" y="710391"/>
                <a:ext cx="360" cy="360"/>
              </p14:xfrm>
            </p:contentPart>
          </mc:Choice>
          <mc:Fallback xmlns="">
            <p:pic>
              <p:nvPicPr>
                <p:cNvPr id="12" name="Ink 11">
                  <a:extLst>
                    <a:ext uri="{FF2B5EF4-FFF2-40B4-BE49-F238E27FC236}">
                      <a16:creationId xmlns:a16="http://schemas.microsoft.com/office/drawing/2014/main" id="{CCFF0E30-46A5-A294-4F23-17FD927159A4}"/>
                    </a:ext>
                  </a:extLst>
                </p:cNvPr>
                <p:cNvPicPr/>
                <p:nvPr/>
              </p:nvPicPr>
              <p:blipFill>
                <a:blip r:embed="rId3"/>
                <a:stretch>
                  <a:fillRect/>
                </a:stretch>
              </p:blipFill>
              <p:spPr>
                <a:xfrm>
                  <a:off x="403050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3831A29-B526-B094-7E39-10A31B9C3A14}"/>
                    </a:ext>
                  </a:extLst>
                </p14:cNvPr>
                <p14:cNvContentPartPr/>
                <p14:nvPr/>
              </p14:nvContentPartPr>
              <p14:xfrm>
                <a:off x="4037345" y="653871"/>
                <a:ext cx="360" cy="360"/>
              </p14:xfrm>
            </p:contentPart>
          </mc:Choice>
          <mc:Fallback xmlns="">
            <p:pic>
              <p:nvPicPr>
                <p:cNvPr id="13" name="Ink 12">
                  <a:extLst>
                    <a:ext uri="{FF2B5EF4-FFF2-40B4-BE49-F238E27FC236}">
                      <a16:creationId xmlns:a16="http://schemas.microsoft.com/office/drawing/2014/main" id="{43831A29-B526-B094-7E39-10A31B9C3A14}"/>
                    </a:ext>
                  </a:extLst>
                </p:cNvPr>
                <p:cNvPicPr/>
                <p:nvPr/>
              </p:nvPicPr>
              <p:blipFill>
                <a:blip r:embed="rId3"/>
                <a:stretch>
                  <a:fillRect/>
                </a:stretch>
              </p:blipFill>
              <p:spPr>
                <a:xfrm>
                  <a:off x="3974345" y="5908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5DEF3E73-1DAE-B7D7-D111-982B1DA4ECD7}"/>
                    </a:ext>
                  </a:extLst>
                </p14:cNvPr>
                <p14:cNvContentPartPr/>
                <p14:nvPr/>
              </p14:nvContentPartPr>
              <p14:xfrm>
                <a:off x="4107545" y="639831"/>
                <a:ext cx="360" cy="360"/>
              </p14:xfrm>
            </p:contentPart>
          </mc:Choice>
          <mc:Fallback xmlns="">
            <p:pic>
              <p:nvPicPr>
                <p:cNvPr id="15" name="Ink 14">
                  <a:extLst>
                    <a:ext uri="{FF2B5EF4-FFF2-40B4-BE49-F238E27FC236}">
                      <a16:creationId xmlns:a16="http://schemas.microsoft.com/office/drawing/2014/main" id="{5DEF3E73-1DAE-B7D7-D111-982B1DA4ECD7}"/>
                    </a:ext>
                  </a:extLst>
                </p:cNvPr>
                <p:cNvPicPr/>
                <p:nvPr/>
              </p:nvPicPr>
              <p:blipFill>
                <a:blip r:embed="rId3"/>
                <a:stretch>
                  <a:fillRect/>
                </a:stretch>
              </p:blipFill>
              <p:spPr>
                <a:xfrm>
                  <a:off x="4044545" y="57683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9668D94D-53B8-9C4B-0C66-9EFE2D0B9A61}"/>
                    </a:ext>
                  </a:extLst>
                </p14:cNvPr>
                <p14:cNvContentPartPr/>
                <p14:nvPr/>
              </p14:nvContentPartPr>
              <p14:xfrm>
                <a:off x="4149665" y="710391"/>
                <a:ext cx="360" cy="360"/>
              </p14:xfrm>
            </p:contentPart>
          </mc:Choice>
          <mc:Fallback xmlns="">
            <p:pic>
              <p:nvPicPr>
                <p:cNvPr id="17" name="Ink 16">
                  <a:extLst>
                    <a:ext uri="{FF2B5EF4-FFF2-40B4-BE49-F238E27FC236}">
                      <a16:creationId xmlns:a16="http://schemas.microsoft.com/office/drawing/2014/main" id="{9668D94D-53B8-9C4B-0C66-9EFE2D0B9A61}"/>
                    </a:ext>
                  </a:extLst>
                </p:cNvPr>
                <p:cNvPicPr/>
                <p:nvPr/>
              </p:nvPicPr>
              <p:blipFill>
                <a:blip r:embed="rId3"/>
                <a:stretch>
                  <a:fillRect/>
                </a:stretch>
              </p:blipFill>
              <p:spPr>
                <a:xfrm>
                  <a:off x="4086665" y="6473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14881B27-C547-1521-6973-4CEB26F3E8EF}"/>
                    </a:ext>
                  </a:extLst>
                </p14:cNvPr>
                <p14:cNvContentPartPr/>
                <p14:nvPr/>
              </p14:nvContentPartPr>
              <p14:xfrm>
                <a:off x="3833225" y="661071"/>
                <a:ext cx="360" cy="360"/>
              </p14:xfrm>
            </p:contentPart>
          </mc:Choice>
          <mc:Fallback xmlns="">
            <p:pic>
              <p:nvPicPr>
                <p:cNvPr id="18" name="Ink 17">
                  <a:extLst>
                    <a:ext uri="{FF2B5EF4-FFF2-40B4-BE49-F238E27FC236}">
                      <a16:creationId xmlns:a16="http://schemas.microsoft.com/office/drawing/2014/main" id="{14881B27-C547-1521-6973-4CEB26F3E8EF}"/>
                    </a:ext>
                  </a:extLst>
                </p:cNvPr>
                <p:cNvPicPr/>
                <p:nvPr/>
              </p:nvPicPr>
              <p:blipFill>
                <a:blip r:embed="rId3"/>
                <a:stretch>
                  <a:fillRect/>
                </a:stretch>
              </p:blipFill>
              <p:spPr>
                <a:xfrm>
                  <a:off x="3770225" y="5980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455531A5-51F0-F729-1D93-D26216F3D466}"/>
                    </a:ext>
                  </a:extLst>
                </p14:cNvPr>
                <p14:cNvContentPartPr/>
                <p14:nvPr/>
              </p14:nvContentPartPr>
              <p14:xfrm>
                <a:off x="3727745" y="675111"/>
                <a:ext cx="360" cy="360"/>
              </p14:xfrm>
            </p:contentPart>
          </mc:Choice>
          <mc:Fallback xmlns="">
            <p:pic>
              <p:nvPicPr>
                <p:cNvPr id="19" name="Ink 18">
                  <a:extLst>
                    <a:ext uri="{FF2B5EF4-FFF2-40B4-BE49-F238E27FC236}">
                      <a16:creationId xmlns:a16="http://schemas.microsoft.com/office/drawing/2014/main" id="{455531A5-51F0-F729-1D93-D26216F3D466}"/>
                    </a:ext>
                  </a:extLst>
                </p:cNvPr>
                <p:cNvPicPr/>
                <p:nvPr/>
              </p:nvPicPr>
              <p:blipFill>
                <a:blip r:embed="rId3"/>
                <a:stretch>
                  <a:fillRect/>
                </a:stretch>
              </p:blipFill>
              <p:spPr>
                <a:xfrm>
                  <a:off x="3664745" y="6121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96527C4A-C923-BC3D-9834-6B372B3B9FB1}"/>
                    </a:ext>
                  </a:extLst>
                </p14:cNvPr>
                <p14:cNvContentPartPr/>
                <p14:nvPr/>
              </p14:nvContentPartPr>
              <p14:xfrm>
                <a:off x="3854465" y="689151"/>
                <a:ext cx="360" cy="360"/>
              </p14:xfrm>
            </p:contentPart>
          </mc:Choice>
          <mc:Fallback xmlns="">
            <p:pic>
              <p:nvPicPr>
                <p:cNvPr id="20" name="Ink 19">
                  <a:extLst>
                    <a:ext uri="{FF2B5EF4-FFF2-40B4-BE49-F238E27FC236}">
                      <a16:creationId xmlns:a16="http://schemas.microsoft.com/office/drawing/2014/main" id="{96527C4A-C923-BC3D-9834-6B372B3B9FB1}"/>
                    </a:ext>
                  </a:extLst>
                </p:cNvPr>
                <p:cNvPicPr/>
                <p:nvPr/>
              </p:nvPicPr>
              <p:blipFill>
                <a:blip r:embed="rId3"/>
                <a:stretch>
                  <a:fillRect/>
                </a:stretch>
              </p:blipFill>
              <p:spPr>
                <a:xfrm>
                  <a:off x="3791465" y="62615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A25A98BB-005E-B9D3-4526-6C156DCEDFFE}"/>
                    </a:ext>
                  </a:extLst>
                </p14:cNvPr>
                <p14:cNvContentPartPr/>
                <p14:nvPr/>
              </p14:nvContentPartPr>
              <p14:xfrm>
                <a:off x="3938705" y="710391"/>
                <a:ext cx="360" cy="360"/>
              </p14:xfrm>
            </p:contentPart>
          </mc:Choice>
          <mc:Fallback xmlns="">
            <p:pic>
              <p:nvPicPr>
                <p:cNvPr id="21" name="Ink 20">
                  <a:extLst>
                    <a:ext uri="{FF2B5EF4-FFF2-40B4-BE49-F238E27FC236}">
                      <a16:creationId xmlns:a16="http://schemas.microsoft.com/office/drawing/2014/main" id="{A25A98BB-005E-B9D3-4526-6C156DCEDFFE}"/>
                    </a:ext>
                  </a:extLst>
                </p:cNvPr>
                <p:cNvPicPr/>
                <p:nvPr/>
              </p:nvPicPr>
              <p:blipFill>
                <a:blip r:embed="rId3"/>
                <a:stretch>
                  <a:fillRect/>
                </a:stretch>
              </p:blipFill>
              <p:spPr>
                <a:xfrm>
                  <a:off x="3875705" y="647391"/>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D6A40751-3DB5-E75B-5AEC-9AA269BCCCF1}"/>
                  </a:ext>
                </a:extLst>
              </p14:cNvPr>
              <p14:cNvContentPartPr/>
              <p14:nvPr/>
            </p14:nvContentPartPr>
            <p14:xfrm>
              <a:off x="745505" y="2806505"/>
              <a:ext cx="360" cy="360"/>
            </p14:xfrm>
          </p:contentPart>
        </mc:Choice>
        <mc:Fallback xmlns="">
          <p:pic>
            <p:nvPicPr>
              <p:cNvPr id="23" name="Ink 22">
                <a:extLst>
                  <a:ext uri="{FF2B5EF4-FFF2-40B4-BE49-F238E27FC236}">
                    <a16:creationId xmlns:a16="http://schemas.microsoft.com/office/drawing/2014/main" id="{D6A40751-3DB5-E75B-5AEC-9AA269BCCCF1}"/>
                  </a:ext>
                </a:extLst>
              </p:cNvPr>
              <p:cNvPicPr/>
              <p:nvPr/>
            </p:nvPicPr>
            <p:blipFill>
              <a:blip r:embed="rId3"/>
              <a:stretch>
                <a:fillRect/>
              </a:stretch>
            </p:blipFill>
            <p:spPr>
              <a:xfrm>
                <a:off x="682505" y="274350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5E5CE70-3F39-A1E2-4C4A-CEE0D9A84BD0}"/>
                  </a:ext>
                </a:extLst>
              </p14:cNvPr>
              <p14:cNvContentPartPr/>
              <p14:nvPr/>
            </p14:nvContentPartPr>
            <p14:xfrm>
              <a:off x="1202705" y="2053745"/>
              <a:ext cx="360" cy="360"/>
            </p14:xfrm>
          </p:contentPart>
        </mc:Choice>
        <mc:Fallback xmlns="">
          <p:pic>
            <p:nvPicPr>
              <p:cNvPr id="24" name="Ink 23">
                <a:extLst>
                  <a:ext uri="{FF2B5EF4-FFF2-40B4-BE49-F238E27FC236}">
                    <a16:creationId xmlns:a16="http://schemas.microsoft.com/office/drawing/2014/main" id="{D5E5CE70-3F39-A1E2-4C4A-CEE0D9A84BD0}"/>
                  </a:ext>
                </a:extLst>
              </p:cNvPr>
              <p:cNvPicPr/>
              <p:nvPr/>
            </p:nvPicPr>
            <p:blipFill>
              <a:blip r:embed="rId3"/>
              <a:stretch>
                <a:fillRect/>
              </a:stretch>
            </p:blipFill>
            <p:spPr>
              <a:xfrm>
                <a:off x="1139705" y="1990745"/>
                <a:ext cx="126000" cy="126000"/>
              </a:xfrm>
              <a:prstGeom prst="rect">
                <a:avLst/>
              </a:prstGeom>
            </p:spPr>
          </p:pic>
        </mc:Fallback>
      </mc:AlternateContent>
      <p:grpSp>
        <p:nvGrpSpPr>
          <p:cNvPr id="37" name="Group 36">
            <a:extLst>
              <a:ext uri="{FF2B5EF4-FFF2-40B4-BE49-F238E27FC236}">
                <a16:creationId xmlns:a16="http://schemas.microsoft.com/office/drawing/2014/main" id="{163058AB-8AA6-C0A0-86BC-ED1CE08D9756}"/>
              </a:ext>
            </a:extLst>
          </p:cNvPr>
          <p:cNvGrpSpPr/>
          <p:nvPr/>
        </p:nvGrpSpPr>
        <p:grpSpPr>
          <a:xfrm>
            <a:off x="3369185" y="1172271"/>
            <a:ext cx="507240" cy="368280"/>
            <a:chOff x="3369185" y="1172271"/>
            <a:chExt cx="507240" cy="368280"/>
          </a:xfrm>
        </p:grpSpPr>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5EEBF3AC-5A0A-55C0-AF4B-6EBB3CD7596B}"/>
                    </a:ext>
                  </a:extLst>
                </p14:cNvPr>
                <p14:cNvContentPartPr/>
                <p14:nvPr/>
              </p14:nvContentPartPr>
              <p14:xfrm>
                <a:off x="3397265" y="1540191"/>
                <a:ext cx="360" cy="360"/>
              </p14:xfrm>
            </p:contentPart>
          </mc:Choice>
          <mc:Fallback xmlns="">
            <p:pic>
              <p:nvPicPr>
                <p:cNvPr id="33" name="Ink 32">
                  <a:extLst>
                    <a:ext uri="{FF2B5EF4-FFF2-40B4-BE49-F238E27FC236}">
                      <a16:creationId xmlns:a16="http://schemas.microsoft.com/office/drawing/2014/main" id="{5EEBF3AC-5A0A-55C0-AF4B-6EBB3CD7596B}"/>
                    </a:ext>
                  </a:extLst>
                </p:cNvPr>
                <p:cNvPicPr/>
                <p:nvPr/>
              </p:nvPicPr>
              <p:blipFill>
                <a:blip r:embed="rId3"/>
                <a:stretch>
                  <a:fillRect/>
                </a:stretch>
              </p:blipFill>
              <p:spPr>
                <a:xfrm>
                  <a:off x="3334265" y="14771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4" name="Ink 33">
                  <a:extLst>
                    <a:ext uri="{FF2B5EF4-FFF2-40B4-BE49-F238E27FC236}">
                      <a16:creationId xmlns:a16="http://schemas.microsoft.com/office/drawing/2014/main" id="{D8B314BD-F937-7931-43A9-E952CD1313B1}"/>
                    </a:ext>
                  </a:extLst>
                </p14:cNvPr>
                <p14:cNvContentPartPr/>
                <p14:nvPr/>
              </p14:nvContentPartPr>
              <p14:xfrm>
                <a:off x="3397265" y="1540191"/>
                <a:ext cx="360" cy="360"/>
              </p14:xfrm>
            </p:contentPart>
          </mc:Choice>
          <mc:Fallback xmlns="">
            <p:pic>
              <p:nvPicPr>
                <p:cNvPr id="34" name="Ink 33">
                  <a:extLst>
                    <a:ext uri="{FF2B5EF4-FFF2-40B4-BE49-F238E27FC236}">
                      <a16:creationId xmlns:a16="http://schemas.microsoft.com/office/drawing/2014/main" id="{D8B314BD-F937-7931-43A9-E952CD1313B1}"/>
                    </a:ext>
                  </a:extLst>
                </p:cNvPr>
                <p:cNvPicPr/>
                <p:nvPr/>
              </p:nvPicPr>
              <p:blipFill>
                <a:blip r:embed="rId3"/>
                <a:stretch>
                  <a:fillRect/>
                </a:stretch>
              </p:blipFill>
              <p:spPr>
                <a:xfrm>
                  <a:off x="3334265" y="14771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5" name="Ink 34">
                  <a:extLst>
                    <a:ext uri="{FF2B5EF4-FFF2-40B4-BE49-F238E27FC236}">
                      <a16:creationId xmlns:a16="http://schemas.microsoft.com/office/drawing/2014/main" id="{55F2CCC3-A60B-1CB2-C9E3-3EB050102E6F}"/>
                    </a:ext>
                  </a:extLst>
                </p14:cNvPr>
                <p14:cNvContentPartPr/>
                <p14:nvPr/>
              </p14:nvContentPartPr>
              <p14:xfrm>
                <a:off x="3369185" y="1490871"/>
                <a:ext cx="360" cy="360"/>
              </p14:xfrm>
            </p:contentPart>
          </mc:Choice>
          <mc:Fallback xmlns="">
            <p:pic>
              <p:nvPicPr>
                <p:cNvPr id="35" name="Ink 34">
                  <a:extLst>
                    <a:ext uri="{FF2B5EF4-FFF2-40B4-BE49-F238E27FC236}">
                      <a16:creationId xmlns:a16="http://schemas.microsoft.com/office/drawing/2014/main" id="{55F2CCC3-A60B-1CB2-C9E3-3EB050102E6F}"/>
                    </a:ext>
                  </a:extLst>
                </p:cNvPr>
                <p:cNvPicPr/>
                <p:nvPr/>
              </p:nvPicPr>
              <p:blipFill>
                <a:blip r:embed="rId3"/>
                <a:stretch>
                  <a:fillRect/>
                </a:stretch>
              </p:blipFill>
              <p:spPr>
                <a:xfrm>
                  <a:off x="3306185" y="14278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8C23FB68-700C-563F-F125-DD33A7B6AD35}"/>
                    </a:ext>
                  </a:extLst>
                </p14:cNvPr>
                <p14:cNvContentPartPr/>
                <p14:nvPr/>
              </p14:nvContentPartPr>
              <p14:xfrm>
                <a:off x="3418145" y="1172271"/>
                <a:ext cx="458280" cy="348480"/>
              </p14:xfrm>
            </p:contentPart>
          </mc:Choice>
          <mc:Fallback xmlns="">
            <p:pic>
              <p:nvPicPr>
                <p:cNvPr id="36" name="Ink 35">
                  <a:extLst>
                    <a:ext uri="{FF2B5EF4-FFF2-40B4-BE49-F238E27FC236}">
                      <a16:creationId xmlns:a16="http://schemas.microsoft.com/office/drawing/2014/main" id="{8C23FB68-700C-563F-F125-DD33A7B6AD35}"/>
                    </a:ext>
                  </a:extLst>
                </p:cNvPr>
                <p:cNvPicPr/>
                <p:nvPr/>
              </p:nvPicPr>
              <p:blipFill>
                <a:blip r:embed="rId18"/>
                <a:stretch>
                  <a:fillRect/>
                </a:stretch>
              </p:blipFill>
              <p:spPr>
                <a:xfrm>
                  <a:off x="3355145" y="1109206"/>
                  <a:ext cx="583920" cy="474250"/>
                </a:xfrm>
                <a:prstGeom prst="rect">
                  <a:avLst/>
                </a:prstGeom>
              </p:spPr>
            </p:pic>
          </mc:Fallback>
        </mc:AlternateContent>
      </p:grpSp>
      <p:sp>
        <p:nvSpPr>
          <p:cNvPr id="9" name="Rectangle 2">
            <a:extLst>
              <a:ext uri="{FF2B5EF4-FFF2-40B4-BE49-F238E27FC236}">
                <a16:creationId xmlns:a16="http://schemas.microsoft.com/office/drawing/2014/main" id="{CDB66A77-5A5B-DCAC-4113-5028D1C1B0BE}"/>
              </a:ext>
            </a:extLst>
          </p:cNvPr>
          <p:cNvSpPr>
            <a:spLocks noChangeArrowheads="1"/>
          </p:cNvSpPr>
          <p:nvPr/>
        </p:nvSpPr>
        <p:spPr bwMode="auto">
          <a:xfrm>
            <a:off x="-1131" y="458922"/>
            <a:ext cx="895798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i="0" u="none" strike="noStrike" cap="none" normalizeH="0" baseline="0" dirty="0">
                <a:ln>
                  <a:noFill/>
                </a:ln>
                <a:solidFill>
                  <a:schemeClr val="tx1"/>
                </a:solidFill>
                <a:effectLst/>
              </a:rPr>
              <a:t>Among the investigated configurations, L</a:t>
            </a:r>
            <a:r>
              <a:rPr kumimoji="0" lang="en-US" altLang="de-DE" sz="900" i="0" u="none" strike="noStrike" cap="none" normalizeH="0" baseline="0" dirty="0">
                <a:ln>
                  <a:noFill/>
                </a:ln>
                <a:solidFill>
                  <a:schemeClr val="tx1"/>
                </a:solidFill>
                <a:effectLst/>
              </a:rPr>
              <a:t>gd</a:t>
            </a:r>
            <a:r>
              <a:rPr kumimoji="0" lang="en-US" altLang="de-DE" sz="1200" i="0" u="none" strike="noStrike" cap="none" normalizeH="0" baseline="0" dirty="0">
                <a:ln>
                  <a:noFill/>
                </a:ln>
                <a:solidFill>
                  <a:schemeClr val="tx1"/>
                </a:solidFill>
                <a:effectLst/>
              </a:rPr>
              <a:t>=10 μm, 0.5 µm buffer and 500 µm sapphire substrate provided the highest-ranked performance according to the FOM, with a simulated breakdown voltage of approximately 1814V.</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i="0" u="none" strike="noStrike" cap="none" normalizeH="0" baseline="0" dirty="0">
              <a:ln>
                <a:noFill/>
              </a:ln>
              <a:solidFill>
                <a:schemeClr val="tx1"/>
              </a:solidFill>
              <a:effectLst/>
            </a:endParaRPr>
          </a:p>
          <a:p>
            <a:pPr marL="171450" indent="-171450" defTabSz="914400" eaLnBrk="0" fontAlgn="base" hangingPunct="0">
              <a:spcBef>
                <a:spcPct val="0"/>
              </a:spcBef>
              <a:spcAft>
                <a:spcPct val="0"/>
              </a:spcAft>
              <a:buFont typeface="Arial" panose="020B0604020202020204" pitchFamily="34" charset="0"/>
              <a:buChar char="•"/>
            </a:pPr>
            <a:r>
              <a:rPr kumimoji="0" lang="de-DE" altLang="de-DE" sz="1200" b="0" i="0" u="none" strike="noStrike" cap="none" normalizeH="0" baseline="0" dirty="0">
                <a:ln>
                  <a:noFill/>
                </a:ln>
                <a:solidFill>
                  <a:schemeClr val="tx1"/>
                </a:solidFill>
                <a:effectLst/>
              </a:rPr>
              <a:t>Beyond pure performance, this specific configuration provides three massive manufacturing cost advantages. First, the 500 </a:t>
            </a:r>
            <a:r>
              <a:rPr kumimoji="0" lang="en-US" altLang="de-DE" sz="1200" i="0" u="none" strike="noStrike" cap="none" normalizeH="0" baseline="0" dirty="0">
                <a:ln>
                  <a:noFill/>
                </a:ln>
                <a:solidFill>
                  <a:schemeClr val="tx1"/>
                </a:solidFill>
                <a:effectLst/>
              </a:rPr>
              <a:t>µm</a:t>
            </a:r>
            <a:r>
              <a:rPr kumimoji="0" lang="de-DE" altLang="de-DE" sz="1200" b="0" i="0" u="none" strike="noStrike" cap="none" normalizeH="0" baseline="0" dirty="0">
                <a:ln>
                  <a:noFill/>
                </a:ln>
                <a:solidFill>
                  <a:schemeClr val="tx1"/>
                </a:solidFill>
                <a:effectLst/>
              </a:rPr>
              <a:t> sapphire substrate utilizes standard commercial wafer dimensions without requiring custom mechanical thinning processes. Second, the ultra-thin 0.5</a:t>
            </a:r>
            <a:r>
              <a:rPr kumimoji="0" lang="en-US" altLang="de-DE" sz="1200" i="0" u="none" strike="noStrike" cap="none" normalizeH="0" baseline="0" dirty="0">
                <a:ln>
                  <a:noFill/>
                </a:ln>
                <a:solidFill>
                  <a:schemeClr val="tx1"/>
                </a:solidFill>
                <a:effectLst/>
              </a:rPr>
              <a:t> µm</a:t>
            </a:r>
            <a:r>
              <a:rPr kumimoji="0" lang="de-DE" altLang="de-DE" sz="1200" b="0" i="0" u="none" strike="noStrike" cap="none" normalizeH="0" baseline="0" dirty="0">
                <a:ln>
                  <a:noFill/>
                </a:ln>
                <a:solidFill>
                  <a:schemeClr val="tx1"/>
                </a:solidFill>
                <a:effectLst/>
              </a:rPr>
              <a:t> buffer layer significantly reduces epitaxial growth times inside the MOCVD reactor, which directly maximizes manufacturing throughput. Finally, the compact 10</a:t>
            </a:r>
            <a:r>
              <a:rPr kumimoji="0" lang="en-US" altLang="de-DE" sz="1200" i="0" u="none" strike="noStrike" cap="none" normalizeH="0" baseline="0" dirty="0">
                <a:ln>
                  <a:noFill/>
                </a:ln>
                <a:solidFill>
                  <a:schemeClr val="tx1"/>
                </a:solidFill>
                <a:effectLst/>
              </a:rPr>
              <a:t> µm</a:t>
            </a:r>
            <a:r>
              <a:rPr kumimoji="0" lang="de-DE" altLang="de-DE" sz="1200" b="0" i="0" u="none" strike="noStrike" cap="none" normalizeH="0" baseline="0" dirty="0">
                <a:ln>
                  <a:noFill/>
                </a:ln>
                <a:solidFill>
                  <a:schemeClr val="tx1"/>
                </a:solidFill>
                <a:effectLst/>
              </a:rPr>
              <a:t> lateral geometry minimizes the total die footprint, allowing a strictly higher device yield per wafer. </a:t>
            </a:r>
          </a:p>
          <a:p>
            <a:pPr marL="171450" indent="-171450" defTabSz="914400" eaLnBrk="0" fontAlgn="base" hangingPunct="0">
              <a:spcBef>
                <a:spcPct val="0"/>
              </a:spcBef>
              <a:spcAft>
                <a:spcPct val="0"/>
              </a:spcAft>
              <a:buFont typeface="Arial" panose="020B0604020202020204" pitchFamily="34" charset="0"/>
              <a:buChar char="•"/>
            </a:pPr>
            <a:endParaRPr kumimoji="0" lang="de-DE" altLang="de-DE" sz="1200" b="0" i="0" u="none" strike="noStrike" cap="none" normalizeH="0" baseline="0" dirty="0">
              <a:ln>
                <a:noFill/>
              </a:ln>
              <a:solidFill>
                <a:schemeClr val="tx1"/>
              </a:solidFill>
              <a:effectLst/>
            </a:endParaRPr>
          </a:p>
          <a:p>
            <a:pPr marL="171450" indent="-171450" defTabSz="914400" eaLnBrk="0" fontAlgn="base" hangingPunct="0">
              <a:spcBef>
                <a:spcPct val="0"/>
              </a:spcBef>
              <a:spcAft>
                <a:spcPct val="0"/>
              </a:spcAft>
              <a:buFont typeface="Arial" panose="020B0604020202020204" pitchFamily="34" charset="0"/>
              <a:buChar char="•"/>
            </a:pPr>
            <a:r>
              <a:rPr kumimoji="0" lang="en-US" altLang="de-DE" sz="1200" b="0" i="0" u="none" strike="noStrike" cap="none" normalizeH="0" baseline="0" dirty="0">
                <a:ln>
                  <a:noFill/>
                </a:ln>
                <a:solidFill>
                  <a:schemeClr val="tx1"/>
                </a:solidFill>
                <a:effectLst/>
              </a:rPr>
              <a:t>Even at 600 V and 900 V operating classes, sapphire universally outperforms silicon by yielding significantly lower equivalent capacitance (C</a:t>
            </a:r>
            <a:r>
              <a:rPr kumimoji="0" lang="en-US" altLang="de-DE" sz="900" b="0" i="0" u="none" strike="noStrike" cap="none" normalizeH="0" baseline="0" dirty="0">
                <a:ln>
                  <a:noFill/>
                </a:ln>
                <a:solidFill>
                  <a:schemeClr val="tx1"/>
                </a:solidFill>
                <a:effectLst/>
              </a:rPr>
              <a:t>o(er)</a:t>
            </a:r>
            <a:r>
              <a:rPr kumimoji="0" lang="en-US" altLang="de-DE" sz="1200" b="0" i="0" u="none" strike="noStrike" cap="none" normalizeH="0" baseline="0" dirty="0">
                <a:ln>
                  <a:noFill/>
                </a:ln>
                <a:solidFill>
                  <a:schemeClr val="tx1"/>
                </a:solidFill>
                <a:effectLst/>
              </a:rPr>
              <a:t>) at identical R</a:t>
            </a:r>
            <a:r>
              <a:rPr kumimoji="0" lang="en-US" altLang="de-DE" sz="900" b="0" i="0" u="none" strike="noStrike" cap="none" normalizeH="0" baseline="0" dirty="0">
                <a:ln>
                  <a:noFill/>
                </a:ln>
                <a:solidFill>
                  <a:schemeClr val="tx1"/>
                </a:solidFill>
                <a:effectLst/>
              </a:rPr>
              <a:t>ds,on</a:t>
            </a:r>
            <a:r>
              <a:rPr kumimoji="0" lang="en-US" altLang="de-DE" sz="1200" b="0" i="0" u="none" strike="noStrike" cap="none" normalizeH="0" baseline="0" dirty="0">
                <a:ln>
                  <a:noFill/>
                </a:ln>
                <a:solidFill>
                  <a:schemeClr val="tx1"/>
                </a:solidFill>
                <a:effectLst/>
              </a:rPr>
              <a:t> geometries</a:t>
            </a:r>
            <a:r>
              <a:rPr kumimoji="0" lang="de-DE" altLang="de-DE" sz="1200" b="0" i="0" u="none" strike="noStrike" cap="none" normalizeH="0" baseline="0" dirty="0">
                <a:ln>
                  <a:noFill/>
                </a:ln>
                <a:solidFill>
                  <a:schemeClr val="tx1"/>
                </a:solidFill>
                <a:effectLst/>
              </a:rPr>
              <a:t>.</a:t>
            </a:r>
          </a:p>
        </p:txBody>
      </p:sp>
      <p:sp>
        <p:nvSpPr>
          <p:cNvPr id="14" name="TextBox 13">
            <a:extLst>
              <a:ext uri="{FF2B5EF4-FFF2-40B4-BE49-F238E27FC236}">
                <a16:creationId xmlns:a16="http://schemas.microsoft.com/office/drawing/2014/main" id="{EE90C74F-DED4-5574-E225-C45EB7580911}"/>
              </a:ext>
            </a:extLst>
          </p:cNvPr>
          <p:cNvSpPr txBox="1"/>
          <p:nvPr/>
        </p:nvSpPr>
        <p:spPr>
          <a:xfrm>
            <a:off x="355125" y="2635039"/>
            <a:ext cx="4572000" cy="369332"/>
          </a:xfrm>
          <a:prstGeom prst="rect">
            <a:avLst/>
          </a:prstGeom>
          <a:noFill/>
        </p:spPr>
        <p:txBody>
          <a:bodyPr wrap="square">
            <a:spAutoFit/>
          </a:bodyPr>
          <a:lstStyle/>
          <a:p>
            <a:r>
              <a:rPr lang="en-US" sz="1800" b="1" dirty="0"/>
              <a:t>Future Work</a:t>
            </a:r>
          </a:p>
        </p:txBody>
      </p:sp>
      <p:sp>
        <p:nvSpPr>
          <p:cNvPr id="25" name="Rectangle 5">
            <a:extLst>
              <a:ext uri="{FF2B5EF4-FFF2-40B4-BE49-F238E27FC236}">
                <a16:creationId xmlns:a16="http://schemas.microsoft.com/office/drawing/2014/main" id="{D5314EFB-D31F-3F42-7E7E-C318562C6AB2}"/>
              </a:ext>
            </a:extLst>
          </p:cNvPr>
          <p:cNvSpPr>
            <a:spLocks noChangeArrowheads="1"/>
          </p:cNvSpPr>
          <p:nvPr/>
        </p:nvSpPr>
        <p:spPr bwMode="auto">
          <a:xfrm>
            <a:off x="104424" y="3036625"/>
            <a:ext cx="8751982"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b="1" i="0" u="none" strike="noStrike" cap="none" normalizeH="0" baseline="0" dirty="0">
                <a:ln>
                  <a:noFill/>
                </a:ln>
                <a:solidFill>
                  <a:schemeClr val="tx1"/>
                </a:solidFill>
                <a:effectLst/>
              </a:rPr>
              <a:t>Electro-Thermal Simulation:</a:t>
            </a:r>
            <a:r>
              <a:rPr kumimoji="0" lang="en-US" altLang="de-DE" sz="1200" b="0" i="0" u="none" strike="noStrike" cap="none" normalizeH="0" baseline="0" dirty="0">
                <a:ln>
                  <a:noFill/>
                </a:ln>
                <a:solidFill>
                  <a:schemeClr val="tx1"/>
                </a:solidFill>
                <a:effectLst/>
              </a:rPr>
              <a:t> Sapphire possesses lower thermal conductivity than silicon. Electro-thermal TCAD simulations are required to quantify self-heating during continuous high-power operation.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b="1" i="0" u="none" strike="noStrike" cap="none" normalizeH="0" baseline="0" dirty="0">
                <a:ln>
                  <a:noFill/>
                </a:ln>
                <a:solidFill>
                  <a:schemeClr val="tx1"/>
                </a:solidFill>
                <a:effectLst/>
              </a:rPr>
              <a:t>Circuit-Level Modeling:</a:t>
            </a:r>
            <a:r>
              <a:rPr kumimoji="0" lang="en-US" altLang="de-DE" sz="1200" b="0" i="0" u="none" strike="noStrike" cap="none" normalizeH="0" baseline="0" dirty="0">
                <a:ln>
                  <a:noFill/>
                </a:ln>
                <a:solidFill>
                  <a:schemeClr val="tx1"/>
                </a:solidFill>
                <a:effectLst/>
              </a:rPr>
              <a:t> Extraction of SPICE parameters from the TCAD capacitance profiles to evaluate the optimized sapphire HEMT in a 1200 V half-bridge topology.</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de-DE" sz="12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de-DE" sz="1200" b="1" i="0" u="none" strike="noStrike" cap="none" normalizeH="0" baseline="0" dirty="0">
                <a:ln>
                  <a:noFill/>
                </a:ln>
                <a:solidFill>
                  <a:schemeClr val="tx1"/>
                </a:solidFill>
                <a:effectLst/>
              </a:rPr>
              <a:t>Physical Prototyping:</a:t>
            </a:r>
            <a:r>
              <a:rPr kumimoji="0" lang="en-US" altLang="de-DE" sz="1200" b="0" i="0" u="none" strike="noStrike" cap="none" normalizeH="0" baseline="0" dirty="0">
                <a:ln>
                  <a:noFill/>
                </a:ln>
                <a:solidFill>
                  <a:schemeClr val="tx1"/>
                </a:solidFill>
                <a:effectLst/>
              </a:rPr>
              <a:t> Device fabrication and experimental double-pulse testing to physically validate the TCAD avalanche models and the predicted E</a:t>
            </a:r>
            <a:r>
              <a:rPr kumimoji="0" lang="en-US" altLang="de-DE" sz="900" b="0" i="0" u="none" strike="noStrike" cap="none" normalizeH="0" baseline="0" dirty="0">
                <a:ln>
                  <a:noFill/>
                </a:ln>
                <a:solidFill>
                  <a:schemeClr val="tx1"/>
                </a:solidFill>
                <a:effectLst/>
              </a:rPr>
              <a:t>o(er)</a:t>
            </a:r>
            <a:r>
              <a:rPr kumimoji="0" lang="en-US" altLang="de-DE" sz="1200" b="0" i="0" u="none" strike="noStrike" cap="none" normalizeH="0" baseline="0" dirty="0">
                <a:ln>
                  <a:noFill/>
                </a:ln>
                <a:solidFill>
                  <a:schemeClr val="tx1"/>
                </a:solidFill>
                <a:effectLst/>
              </a:rPr>
              <a:t> reductions.</a:t>
            </a:r>
          </a:p>
        </p:txBody>
      </p:sp>
    </p:spTree>
    <p:extLst>
      <p:ext uri="{BB962C8B-B14F-4D97-AF65-F5344CB8AC3E}">
        <p14:creationId xmlns:p14="http://schemas.microsoft.com/office/powerpoint/2010/main" val="134434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Placeholder 45">
            <a:extLst>
              <a:ext uri="{FF2B5EF4-FFF2-40B4-BE49-F238E27FC236}">
                <a16:creationId xmlns:a16="http://schemas.microsoft.com/office/drawing/2014/main" id="{8B1EAF80-3805-7DE9-6374-E55851D84AAC}"/>
              </a:ext>
            </a:extLst>
          </p:cNvPr>
          <p:cNvPicPr>
            <a:picLocks noGrp="1" noChangeAspect="1"/>
          </p:cNvPicPr>
          <p:nvPr>
            <p:ph type="pic" sz="quarter" idx="14"/>
          </p:nvPr>
        </p:nvPicPr>
        <p:blipFill>
          <a:blip r:embed="rId2"/>
          <a:srcRect t="13203" b="13203"/>
          <a:stretch>
            <a:fillRect/>
          </a:stretch>
        </p:blipFill>
        <p:spPr/>
      </p:pic>
      <p:sp>
        <p:nvSpPr>
          <p:cNvPr id="10" name="Text Placeholder 9">
            <a:extLst>
              <a:ext uri="{FF2B5EF4-FFF2-40B4-BE49-F238E27FC236}">
                <a16:creationId xmlns:a16="http://schemas.microsoft.com/office/drawing/2014/main" id="{0B2B7FC0-7DA1-E2CF-BD67-A0593032B20D}"/>
              </a:ext>
            </a:extLst>
          </p:cNvPr>
          <p:cNvSpPr>
            <a:spLocks noGrp="1"/>
          </p:cNvSpPr>
          <p:nvPr>
            <p:ph type="body" sz="quarter" idx="15"/>
          </p:nvPr>
        </p:nvSpPr>
        <p:spPr>
          <a:xfrm>
            <a:off x="2174399" y="2007900"/>
            <a:ext cx="3290054" cy="434975"/>
          </a:xfrm>
        </p:spPr>
        <p:txBody>
          <a:bodyPr/>
          <a:lstStyle/>
          <a:p>
            <a:r>
              <a:rPr lang="en-US" dirty="0"/>
              <a:t>Vaibhav Balotra</a:t>
            </a:r>
            <a:br>
              <a:rPr lang="en-US" dirty="0"/>
            </a:br>
            <a:r>
              <a:rPr lang="en-US" dirty="0"/>
              <a:t>MSc. Electrical Engineering</a:t>
            </a:r>
          </a:p>
        </p:txBody>
      </p:sp>
      <p:sp>
        <p:nvSpPr>
          <p:cNvPr id="30" name="Text Placeholder 29">
            <a:extLst>
              <a:ext uri="{FF2B5EF4-FFF2-40B4-BE49-F238E27FC236}">
                <a16:creationId xmlns:a16="http://schemas.microsoft.com/office/drawing/2014/main" id="{B007462E-3D56-DFE2-9D95-1AA2D03CFE2F}"/>
              </a:ext>
            </a:extLst>
          </p:cNvPr>
          <p:cNvSpPr>
            <a:spLocks noGrp="1"/>
          </p:cNvSpPr>
          <p:nvPr>
            <p:ph type="body" sz="quarter" idx="31"/>
          </p:nvPr>
        </p:nvSpPr>
        <p:spPr/>
        <p:txBody>
          <a:bodyPr/>
          <a:lstStyle/>
          <a:p>
            <a:r>
              <a:rPr lang="en-US" dirty="0"/>
              <a:t>E-Mail:</a:t>
            </a:r>
          </a:p>
        </p:txBody>
      </p:sp>
      <p:sp>
        <p:nvSpPr>
          <p:cNvPr id="29" name="Text Placeholder 28">
            <a:extLst>
              <a:ext uri="{FF2B5EF4-FFF2-40B4-BE49-F238E27FC236}">
                <a16:creationId xmlns:a16="http://schemas.microsoft.com/office/drawing/2014/main" id="{2F1BED44-EFA5-EB00-3CE9-DD409F084A78}"/>
              </a:ext>
            </a:extLst>
          </p:cNvPr>
          <p:cNvSpPr>
            <a:spLocks noGrp="1"/>
          </p:cNvSpPr>
          <p:nvPr>
            <p:ph type="body" sz="quarter" idx="26"/>
          </p:nvPr>
        </p:nvSpPr>
        <p:spPr/>
        <p:txBody>
          <a:bodyPr/>
          <a:lstStyle/>
          <a:p>
            <a:r>
              <a:rPr lang="en-US" dirty="0"/>
              <a:t>st192662@stud.uni-Stuttgart.de</a:t>
            </a:r>
          </a:p>
        </p:txBody>
      </p:sp>
      <p:sp>
        <p:nvSpPr>
          <p:cNvPr id="38" name="Text Placeholder 37">
            <a:extLst>
              <a:ext uri="{FF2B5EF4-FFF2-40B4-BE49-F238E27FC236}">
                <a16:creationId xmlns:a16="http://schemas.microsoft.com/office/drawing/2014/main" id="{A498196C-7347-32E4-0F2A-2B4D803DEECC}"/>
              </a:ext>
            </a:extLst>
          </p:cNvPr>
          <p:cNvSpPr>
            <a:spLocks noGrp="1"/>
          </p:cNvSpPr>
          <p:nvPr>
            <p:ph type="body" sz="quarter" idx="36"/>
          </p:nvPr>
        </p:nvSpPr>
        <p:spPr/>
        <p:txBody>
          <a:bodyPr/>
          <a:lstStyle/>
          <a:p>
            <a:r>
              <a:rPr lang="en-US" dirty="0"/>
              <a:t>Phone:</a:t>
            </a:r>
          </a:p>
        </p:txBody>
      </p:sp>
      <p:sp>
        <p:nvSpPr>
          <p:cNvPr id="32" name="Text Placeholder 31">
            <a:extLst>
              <a:ext uri="{FF2B5EF4-FFF2-40B4-BE49-F238E27FC236}">
                <a16:creationId xmlns:a16="http://schemas.microsoft.com/office/drawing/2014/main" id="{16A8DDF5-C2D1-42DF-CAFF-8F70AD205099}"/>
              </a:ext>
            </a:extLst>
          </p:cNvPr>
          <p:cNvSpPr>
            <a:spLocks noGrp="1"/>
          </p:cNvSpPr>
          <p:nvPr>
            <p:ph type="body" sz="quarter" idx="34"/>
          </p:nvPr>
        </p:nvSpPr>
        <p:spPr>
          <a:xfrm>
            <a:off x="2174399" y="3132909"/>
            <a:ext cx="2500012" cy="218691"/>
          </a:xfrm>
        </p:spPr>
        <p:txBody>
          <a:bodyPr/>
          <a:lstStyle/>
          <a:p>
            <a:r>
              <a:rPr lang="en-US" dirty="0"/>
              <a:t>University of Stuttgart</a:t>
            </a:r>
          </a:p>
        </p:txBody>
      </p:sp>
      <p:sp>
        <p:nvSpPr>
          <p:cNvPr id="28" name="Text Placeholder 27">
            <a:extLst>
              <a:ext uri="{FF2B5EF4-FFF2-40B4-BE49-F238E27FC236}">
                <a16:creationId xmlns:a16="http://schemas.microsoft.com/office/drawing/2014/main" id="{F42171FF-A69A-4B44-8579-F181E92E5DC0}"/>
              </a:ext>
            </a:extLst>
          </p:cNvPr>
          <p:cNvSpPr>
            <a:spLocks noGrp="1"/>
          </p:cNvSpPr>
          <p:nvPr>
            <p:ph type="body" sz="quarter" idx="25"/>
          </p:nvPr>
        </p:nvSpPr>
        <p:spPr>
          <a:xfrm>
            <a:off x="2174399" y="3351600"/>
            <a:ext cx="3290054" cy="216000"/>
          </a:xfrm>
        </p:spPr>
        <p:txBody>
          <a:bodyPr/>
          <a:lstStyle/>
          <a:p>
            <a:r>
              <a:rPr lang="de-DE" dirty="0">
                <a:latin typeface="Times New Roman" panose="02020603050405020304" pitchFamily="18" charset="0"/>
                <a:cs typeface="Times New Roman" panose="02020603050405020304" pitchFamily="18" charset="0"/>
              </a:rPr>
              <a:t>Institute of Electrical Energy Conversion</a:t>
            </a:r>
            <a:br>
              <a:rPr lang="de-DE" dirty="0">
                <a:latin typeface="Times New Roman" panose="02020603050405020304" pitchFamily="18" charset="0"/>
                <a:cs typeface="Times New Roman" panose="02020603050405020304" pitchFamily="18" charset="0"/>
              </a:rPr>
            </a:br>
            <a:endParaRPr lang="de-DE" dirty="0">
              <a:latin typeface="Times New Roman" panose="02020603050405020304" pitchFamily="18" charset="0"/>
              <a:cs typeface="Times New Roman" panose="02020603050405020304" pitchFamily="18" charset="0"/>
            </a:endParaRPr>
          </a:p>
        </p:txBody>
      </p:sp>
      <p:sp>
        <p:nvSpPr>
          <p:cNvPr id="26" name="Text Placeholder 25">
            <a:extLst>
              <a:ext uri="{FF2B5EF4-FFF2-40B4-BE49-F238E27FC236}">
                <a16:creationId xmlns:a16="http://schemas.microsoft.com/office/drawing/2014/main" id="{D6486A96-8116-4599-6B8C-0829F62C838F}"/>
              </a:ext>
            </a:extLst>
          </p:cNvPr>
          <p:cNvSpPr>
            <a:spLocks noGrp="1"/>
          </p:cNvSpPr>
          <p:nvPr>
            <p:ph type="body" sz="quarter" idx="23"/>
          </p:nvPr>
        </p:nvSpPr>
        <p:spPr>
          <a:xfrm>
            <a:off x="2717045" y="2810561"/>
            <a:ext cx="1582745" cy="245786"/>
          </a:xfrm>
        </p:spPr>
        <p:txBody>
          <a:bodyPr/>
          <a:lstStyle/>
          <a:p>
            <a:r>
              <a:rPr lang="en-US" dirty="0"/>
              <a:t>+4915752481938</a:t>
            </a:r>
          </a:p>
        </p:txBody>
      </p:sp>
      <p:sp>
        <p:nvSpPr>
          <p:cNvPr id="7" name="Footer Placeholder 6">
            <a:extLst>
              <a:ext uri="{FF2B5EF4-FFF2-40B4-BE49-F238E27FC236}">
                <a16:creationId xmlns:a16="http://schemas.microsoft.com/office/drawing/2014/main" id="{F4530CB0-3915-9A62-8357-D1DDCFCD5167}"/>
              </a:ext>
            </a:extLst>
          </p:cNvPr>
          <p:cNvSpPr>
            <a:spLocks noGrp="1"/>
          </p:cNvSpPr>
          <p:nvPr>
            <p:ph type="ftr" sz="quarter" idx="4294967295"/>
          </p:nvPr>
        </p:nvSpPr>
        <p:spPr>
          <a:xfrm>
            <a:off x="250779" y="4876800"/>
            <a:ext cx="1403350" cy="122238"/>
          </a:xfrm>
        </p:spPr>
        <p:txBody>
          <a:bodyPr/>
          <a:lstStyle/>
          <a:p>
            <a:r>
              <a:rPr lang="en-US" dirty="0"/>
              <a:t>Vaibhav Balotra</a:t>
            </a:r>
          </a:p>
        </p:txBody>
      </p:sp>
      <p:sp>
        <p:nvSpPr>
          <p:cNvPr id="8" name="Slide Number Placeholder 7">
            <a:extLst>
              <a:ext uri="{FF2B5EF4-FFF2-40B4-BE49-F238E27FC236}">
                <a16:creationId xmlns:a16="http://schemas.microsoft.com/office/drawing/2014/main" id="{D6EE401C-F568-E82A-F5E3-7C81FB4BDBC8}"/>
              </a:ext>
            </a:extLst>
          </p:cNvPr>
          <p:cNvSpPr>
            <a:spLocks noGrp="1"/>
          </p:cNvSpPr>
          <p:nvPr>
            <p:ph type="sldNum" sz="quarter" idx="4294967295"/>
          </p:nvPr>
        </p:nvSpPr>
        <p:spPr>
          <a:xfrm>
            <a:off x="8920163" y="4876800"/>
            <a:ext cx="223837" cy="122238"/>
          </a:xfrm>
        </p:spPr>
        <p:txBody>
          <a:bodyPr/>
          <a:lstStyle/>
          <a:p>
            <a:fld id="{9E82CC3C-1DC0-4FDA-9590-6CC506AB67F8}" type="slidenum">
              <a:rPr lang="en-US" smtClean="0"/>
              <a:pPr/>
              <a:t>25</a:t>
            </a:fld>
            <a:endParaRPr lang="en-US" dirty="0"/>
          </a:p>
        </p:txBody>
      </p:sp>
      <p:sp>
        <p:nvSpPr>
          <p:cNvPr id="42" name="Textplatzhalter 1">
            <a:extLst>
              <a:ext uri="{FF2B5EF4-FFF2-40B4-BE49-F238E27FC236}">
                <a16:creationId xmlns:a16="http://schemas.microsoft.com/office/drawing/2014/main" id="{B6A2AD4C-C235-44E5-301B-27BFC7A94617}"/>
              </a:ext>
            </a:extLst>
          </p:cNvPr>
          <p:cNvSpPr>
            <a:spLocks noGrp="1"/>
          </p:cNvSpPr>
          <p:nvPr>
            <p:ph type="body" sz="quarter" idx="13"/>
          </p:nvPr>
        </p:nvSpPr>
        <p:spPr>
          <a:xfrm>
            <a:off x="952500" y="593725"/>
            <a:ext cx="3562350" cy="434975"/>
          </a:xfrm>
        </p:spPr>
        <p:txBody>
          <a:bodyPr/>
          <a:lstStyle/>
          <a:p>
            <a:r>
              <a:rPr lang="de-DE" dirty="0">
                <a:latin typeface="Times New Roman" panose="02020603050405020304" pitchFamily="18" charset="0"/>
                <a:cs typeface="Times New Roman" panose="02020603050405020304" pitchFamily="18" charset="0"/>
              </a:rPr>
              <a:t>Institute of Electrical Energy Conversion</a:t>
            </a:r>
            <a:br>
              <a:rPr lang="de-DE" dirty="0">
                <a:latin typeface="Times New Roman" panose="02020603050405020304" pitchFamily="18" charset="0"/>
                <a:cs typeface="Times New Roman" panose="02020603050405020304" pitchFamily="18" charset="0"/>
              </a:rPr>
            </a:b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8020472"/>
      </p:ext>
    </p:extLst>
  </p:cSld>
  <p:clrMapOvr>
    <a:masterClrMapping/>
  </p:clrMapOvr>
</p:sld>
</file>

<file path=ppt/theme/theme1.xml><?xml version="1.0" encoding="utf-8"?>
<a:theme xmlns:a="http://schemas.openxmlformats.org/drawingml/2006/main" name="Uni_Stuttgart">
  <a:themeElements>
    <a:clrScheme name="UNI COLOUR">
      <a:dk1>
        <a:srgbClr val="3E444C"/>
      </a:dk1>
      <a:lt1>
        <a:sysClr val="window" lastClr="FFFFFF"/>
      </a:lt1>
      <a:dk2>
        <a:srgbClr val="000000"/>
      </a:dk2>
      <a:lt2>
        <a:srgbClr val="9F9998"/>
      </a:lt2>
      <a:accent1>
        <a:srgbClr val="00BEFF"/>
      </a:accent1>
      <a:accent2>
        <a:srgbClr val="00519E"/>
      </a:accent2>
      <a:accent3>
        <a:srgbClr val="3E444C"/>
      </a:accent3>
      <a:accent4>
        <a:srgbClr val="7DC6EA"/>
      </a:accent4>
      <a:accent5>
        <a:srgbClr val="9F9998"/>
      </a:accent5>
      <a:accent6>
        <a:srgbClr val="FFD500"/>
      </a:accent6>
      <a:hlink>
        <a:srgbClr val="00BEFF"/>
      </a:hlink>
      <a:folHlink>
        <a:srgbClr val="3E444C"/>
      </a:folHlink>
    </a:clrScheme>
    <a:fontScheme name="Universitaet_Stuttgart_Fo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79388" indent="-179388">
          <a:lnSpc>
            <a:spcPct val="120000"/>
          </a:lnSpc>
          <a:spcBef>
            <a:spcPts val="750"/>
          </a:spcBef>
          <a:buClr>
            <a:schemeClr val="accent1"/>
          </a:buClr>
          <a:buFont typeface="Arial" panose="020B0604020202020204" pitchFamily="34" charset="0"/>
          <a:buChar char="•"/>
          <a:defRPr sz="1600" dirty="0" smtClean="0"/>
        </a:defPPr>
      </a:lstStyle>
    </a:txDef>
  </a:objectDefaults>
  <a:extraClrSchemeLst/>
  <a:extLst>
    <a:ext uri="{05A4C25C-085E-4340-85A3-A5531E510DB2}">
      <thm15:themeFamily xmlns:thm15="http://schemas.microsoft.com/office/thememl/2012/main" name="Uni Master E_16zu9 Institute_smarteConverter_v1.potx" id="{49F9ED76-E095-4182-9FF7-C59BC860EE2D}" vid="{88F3A4CF-A34D-4B63-9137-51E1791CBD0F}"/>
    </a:ext>
  </a:extLst>
</a:theme>
</file>

<file path=ppt/theme/theme2.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 Master E_16zu9 Institute_smarteConverter_v1</Template>
  <TotalTime>0</TotalTime>
  <Words>1969</Words>
  <Application>Microsoft Office PowerPoint</Application>
  <PresentationFormat>On-screen Show (16:9)</PresentationFormat>
  <Paragraphs>180</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Google Sans Text</vt:lpstr>
      <vt:lpstr>Times New Roman</vt:lpstr>
      <vt:lpstr>Uni_Stuttgart</vt:lpstr>
      <vt:lpstr>PowerPoint Presentation</vt:lpstr>
      <vt:lpstr>Background</vt:lpstr>
      <vt:lpstr>Motivation</vt:lpstr>
      <vt:lpstr>Problem</vt:lpstr>
      <vt:lpstr>Research Question</vt:lpstr>
      <vt:lpstr>Approach</vt:lpstr>
      <vt:lpstr>Approach - Workflow</vt:lpstr>
      <vt:lpstr>TCAD Framework </vt:lpstr>
      <vt:lpstr>Results: Si Baseline - 1200 V Limitation</vt:lpstr>
      <vt:lpstr>Results: Sapphire Enables 1200 V Class.</vt:lpstr>
      <vt:lpstr>Results: Conduction Performance</vt:lpstr>
      <vt:lpstr>Results: Vbr Scaling with Lgd​ </vt:lpstr>
      <vt:lpstr>Results: Output Capacitance</vt:lpstr>
      <vt:lpstr>PowerPoint Presentation</vt:lpstr>
      <vt:lpstr>Results: Capacitance and Energy</vt:lpstr>
      <vt:lpstr>Results: Electric-Field Distribution</vt:lpstr>
      <vt:lpstr>Results: Dual Field-Plate Concept</vt:lpstr>
      <vt:lpstr>PowerPoint Presentation</vt:lpstr>
      <vt:lpstr>PowerPoint Presentation</vt:lpstr>
      <vt:lpstr>Results: Field-Plate Trade-off</vt:lpstr>
      <vt:lpstr>Results: Figure of Merit (FOM)</vt:lpstr>
      <vt:lpstr>PowerPoint Presentation</vt:lpstr>
      <vt:lpstr>Summary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Balotra</dc:creator>
  <cp:lastModifiedBy>Vaibhav Balotra</cp:lastModifiedBy>
  <cp:revision>35</cp:revision>
  <dcterms:created xsi:type="dcterms:W3CDTF">2026-02-11T22:36:07Z</dcterms:created>
  <dcterms:modified xsi:type="dcterms:W3CDTF">2026-09-28T09:52:00Z</dcterms:modified>
</cp:coreProperties>
</file>